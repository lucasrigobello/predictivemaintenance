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71" r:id="rId11"/>
    <p:sldId id="274" r:id="rId12"/>
    <p:sldId id="262" r:id="rId13"/>
    <p:sldId id="275" r:id="rId14"/>
    <p:sldId id="272" r:id="rId15"/>
    <p:sldId id="276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5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s://imbalanced-learn.org/stable/references/generated/imblearn.over_sampling.SMOTE.html" TargetMode="External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hyperlink" Target="https://imbalanced-learn.org/stable/references/generated/imblearn.over_sampling.SMOTE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5E6188-E28E-442E-BF81-3FE8B12CA1D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4EBD112-B0B4-4BC6-8B2E-410CD5F984A7}">
      <dgm:prSet phldrT="[Texto]"/>
      <dgm:spPr/>
      <dgm:t>
        <a:bodyPr/>
        <a:lstStyle/>
        <a:p>
          <a:pPr>
            <a:buNone/>
          </a:pPr>
          <a:r>
            <a:rPr lang="pt-BR" dirty="0"/>
            <a:t>Os planos de manutenção da empresa são realizados em intervalos fixos de tempo, o que pode levar tanto ao excesso de manutenção quanto à substituição tardia de equipamentos. Para enfrentar esse desafio, foi proposta a aplicação de técnicas de </a:t>
          </a:r>
          <a:r>
            <a:rPr lang="pt-BR" b="1" dirty="0"/>
            <a:t>análise de dados e aprendizado de máquina</a:t>
          </a:r>
          <a:r>
            <a:rPr lang="pt-BR" dirty="0"/>
            <a:t> com foco em </a:t>
          </a:r>
          <a:r>
            <a:rPr lang="pt-BR" b="1" dirty="0"/>
            <a:t>manutenção preditiva</a:t>
          </a:r>
          <a:r>
            <a:rPr lang="pt-BR" dirty="0"/>
            <a:t>.</a:t>
          </a:r>
        </a:p>
      </dgm:t>
    </dgm:pt>
    <dgm:pt modelId="{F926F673-7F28-4A36-8154-563E8C5C8518}" type="parTrans" cxnId="{37FE4C70-CA36-480B-8A00-C411CF7FF719}">
      <dgm:prSet/>
      <dgm:spPr/>
      <dgm:t>
        <a:bodyPr/>
        <a:lstStyle/>
        <a:p>
          <a:endParaRPr lang="pt-BR"/>
        </a:p>
      </dgm:t>
    </dgm:pt>
    <dgm:pt modelId="{0F4D7737-BD46-4323-B84B-AFAB99FC6583}" type="sibTrans" cxnId="{37FE4C70-CA36-480B-8A00-C411CF7FF719}">
      <dgm:prSet/>
      <dgm:spPr/>
      <dgm:t>
        <a:bodyPr/>
        <a:lstStyle/>
        <a:p>
          <a:endParaRPr lang="pt-BR"/>
        </a:p>
      </dgm:t>
    </dgm:pt>
    <dgm:pt modelId="{07C66403-9A48-467A-81AE-7446AE97A5EC}">
      <dgm:prSet/>
      <dgm:spPr/>
      <dgm:t>
        <a:bodyPr/>
        <a:lstStyle/>
        <a:p>
          <a:r>
            <a:rPr lang="pt-BR" b="1" dirty="0"/>
            <a:t>Classificação de Close </a:t>
          </a:r>
          <a:r>
            <a:rPr lang="pt-BR" b="1" dirty="0" err="1"/>
            <a:t>to</a:t>
          </a:r>
          <a:r>
            <a:rPr lang="pt-BR" b="1" dirty="0"/>
            <a:t> </a:t>
          </a:r>
          <a:r>
            <a:rPr lang="pt-BR" b="1" dirty="0" err="1"/>
            <a:t>Failure</a:t>
          </a:r>
          <a:r>
            <a:rPr lang="pt-BR" dirty="0"/>
            <a:t>: identificar se um ativo está a menos de 20 ciclos da falha, permitindo ações preventivas mais assertivas.</a:t>
          </a:r>
        </a:p>
      </dgm:t>
    </dgm:pt>
    <dgm:pt modelId="{02EB1D44-39E9-4854-917D-A3A1807CF29D}" type="parTrans" cxnId="{4F990CA6-70B3-4032-8377-8029CC61FBEC}">
      <dgm:prSet/>
      <dgm:spPr/>
      <dgm:t>
        <a:bodyPr/>
        <a:lstStyle/>
        <a:p>
          <a:endParaRPr lang="pt-BR"/>
        </a:p>
      </dgm:t>
    </dgm:pt>
    <dgm:pt modelId="{8490F459-04F9-4BC0-9081-61B0C9A3EEF9}" type="sibTrans" cxnId="{4F990CA6-70B3-4032-8377-8029CC61FBEC}">
      <dgm:prSet/>
      <dgm:spPr/>
      <dgm:t>
        <a:bodyPr/>
        <a:lstStyle/>
        <a:p>
          <a:endParaRPr lang="pt-BR"/>
        </a:p>
      </dgm:t>
    </dgm:pt>
    <dgm:pt modelId="{9FE26D1C-1647-41A7-96AA-72510A758560}">
      <dgm:prSet/>
      <dgm:spPr/>
      <dgm:t>
        <a:bodyPr/>
        <a:lstStyle/>
        <a:p>
          <a:r>
            <a:rPr lang="pt-BR" b="1" dirty="0"/>
            <a:t>Predição de </a:t>
          </a:r>
          <a:r>
            <a:rPr lang="pt-BR" b="1" dirty="0" err="1"/>
            <a:t>Remaining</a:t>
          </a:r>
          <a:r>
            <a:rPr lang="pt-BR" b="1" dirty="0"/>
            <a:t> </a:t>
          </a:r>
          <a:r>
            <a:rPr lang="pt-BR" b="1" dirty="0" err="1"/>
            <a:t>Useful</a:t>
          </a:r>
          <a:r>
            <a:rPr lang="pt-BR" b="1" dirty="0"/>
            <a:t> Life (RUL)</a:t>
          </a:r>
          <a:r>
            <a:rPr lang="pt-BR" dirty="0"/>
            <a:t>: estimar o tempo restante de operação até a falha, fornecendo uma visão quantitativa que possibilita planejar intervenções com maior precisão.</a:t>
          </a:r>
        </a:p>
      </dgm:t>
    </dgm:pt>
    <dgm:pt modelId="{9AF21960-27B3-4B2E-A23B-71EF6E71372A}" type="parTrans" cxnId="{646A0B00-2EBC-4E79-951C-1C90B87610C5}">
      <dgm:prSet/>
      <dgm:spPr/>
      <dgm:t>
        <a:bodyPr/>
        <a:lstStyle/>
        <a:p>
          <a:endParaRPr lang="pt-BR"/>
        </a:p>
      </dgm:t>
    </dgm:pt>
    <dgm:pt modelId="{42453172-14CA-4218-99D0-34829663AAB9}" type="sibTrans" cxnId="{646A0B00-2EBC-4E79-951C-1C90B87610C5}">
      <dgm:prSet/>
      <dgm:spPr/>
      <dgm:t>
        <a:bodyPr/>
        <a:lstStyle/>
        <a:p>
          <a:endParaRPr lang="pt-BR"/>
        </a:p>
      </dgm:t>
    </dgm:pt>
    <dgm:pt modelId="{C932A3A2-B2E8-43DE-9F03-991E94B3A5C6}">
      <dgm:prSet/>
      <dgm:spPr/>
      <dgm:t>
        <a:bodyPr/>
        <a:lstStyle/>
        <a:p>
          <a:r>
            <a:rPr lang="pt-BR" dirty="0"/>
            <a:t>O estudo foi conduzido a partir de um conjunto de dados contendo informações de 100 eventos de falha, incluindo variáveis de configuração e leituras de sensores. A partir desse material, foram desenvolvidos modelos estatísticos e de machine learning capazes de prever o comportamento dos ativos e apoiar decisões estratégicas de manutenção.</a:t>
          </a:r>
        </a:p>
      </dgm:t>
    </dgm:pt>
    <dgm:pt modelId="{3D43EFA1-40BE-4510-921A-E112068DCAFC}" type="parTrans" cxnId="{0E7C6849-2972-45FF-B5F4-02709D843EE4}">
      <dgm:prSet/>
      <dgm:spPr/>
      <dgm:t>
        <a:bodyPr/>
        <a:lstStyle/>
        <a:p>
          <a:endParaRPr lang="pt-BR"/>
        </a:p>
      </dgm:t>
    </dgm:pt>
    <dgm:pt modelId="{931E2FB3-0F9C-4EEA-8A3F-C32997618FE2}" type="sibTrans" cxnId="{0E7C6849-2972-45FF-B5F4-02709D843EE4}">
      <dgm:prSet/>
      <dgm:spPr/>
      <dgm:t>
        <a:bodyPr/>
        <a:lstStyle/>
        <a:p>
          <a:endParaRPr lang="pt-BR"/>
        </a:p>
      </dgm:t>
    </dgm:pt>
    <dgm:pt modelId="{5A9C9CF2-C366-4469-B555-3B0FD8C557B2}" type="pres">
      <dgm:prSet presAssocID="{325E6188-E28E-442E-BF81-3FE8B12CA1DC}" presName="diagram" presStyleCnt="0">
        <dgm:presLayoutVars>
          <dgm:dir/>
          <dgm:resizeHandles val="exact"/>
        </dgm:presLayoutVars>
      </dgm:prSet>
      <dgm:spPr/>
    </dgm:pt>
    <dgm:pt modelId="{8E26C4B2-075B-443B-A258-FFBA2E6C2A68}" type="pres">
      <dgm:prSet presAssocID="{74EBD112-B0B4-4BC6-8B2E-410CD5F984A7}" presName="node" presStyleLbl="node1" presStyleIdx="0" presStyleCnt="4">
        <dgm:presLayoutVars>
          <dgm:bulletEnabled val="1"/>
        </dgm:presLayoutVars>
      </dgm:prSet>
      <dgm:spPr/>
    </dgm:pt>
    <dgm:pt modelId="{B495930F-713B-456C-9ACB-54F66F8CBD06}" type="pres">
      <dgm:prSet presAssocID="{0F4D7737-BD46-4323-B84B-AFAB99FC6583}" presName="sibTrans" presStyleCnt="0"/>
      <dgm:spPr/>
    </dgm:pt>
    <dgm:pt modelId="{6DD409AA-0949-4E55-9286-777A86EBB7AE}" type="pres">
      <dgm:prSet presAssocID="{07C66403-9A48-467A-81AE-7446AE97A5EC}" presName="node" presStyleLbl="node1" presStyleIdx="1" presStyleCnt="4">
        <dgm:presLayoutVars>
          <dgm:bulletEnabled val="1"/>
        </dgm:presLayoutVars>
      </dgm:prSet>
      <dgm:spPr/>
    </dgm:pt>
    <dgm:pt modelId="{9537D501-BFD2-45CD-AC5F-8C908E64C521}" type="pres">
      <dgm:prSet presAssocID="{8490F459-04F9-4BC0-9081-61B0C9A3EEF9}" presName="sibTrans" presStyleCnt="0"/>
      <dgm:spPr/>
    </dgm:pt>
    <dgm:pt modelId="{5F2B11B8-707E-40F6-9231-ECC2D62EDD35}" type="pres">
      <dgm:prSet presAssocID="{9FE26D1C-1647-41A7-96AA-72510A758560}" presName="node" presStyleLbl="node1" presStyleIdx="2" presStyleCnt="4">
        <dgm:presLayoutVars>
          <dgm:bulletEnabled val="1"/>
        </dgm:presLayoutVars>
      </dgm:prSet>
      <dgm:spPr/>
    </dgm:pt>
    <dgm:pt modelId="{A4242DF9-F36C-4A43-9AC3-C58019AAA00A}" type="pres">
      <dgm:prSet presAssocID="{42453172-14CA-4218-99D0-34829663AAB9}" presName="sibTrans" presStyleCnt="0"/>
      <dgm:spPr/>
    </dgm:pt>
    <dgm:pt modelId="{A74BA999-E122-4583-B442-C82B49CD15F9}" type="pres">
      <dgm:prSet presAssocID="{C932A3A2-B2E8-43DE-9F03-991E94B3A5C6}" presName="node" presStyleLbl="node1" presStyleIdx="3" presStyleCnt="4">
        <dgm:presLayoutVars>
          <dgm:bulletEnabled val="1"/>
        </dgm:presLayoutVars>
      </dgm:prSet>
      <dgm:spPr/>
    </dgm:pt>
  </dgm:ptLst>
  <dgm:cxnLst>
    <dgm:cxn modelId="{646A0B00-2EBC-4E79-951C-1C90B87610C5}" srcId="{325E6188-E28E-442E-BF81-3FE8B12CA1DC}" destId="{9FE26D1C-1647-41A7-96AA-72510A758560}" srcOrd="2" destOrd="0" parTransId="{9AF21960-27B3-4B2E-A23B-71EF6E71372A}" sibTransId="{42453172-14CA-4218-99D0-34829663AAB9}"/>
    <dgm:cxn modelId="{C5580C17-9A59-4C4B-8D13-C0B69AFFFB73}" type="presOf" srcId="{325E6188-E28E-442E-BF81-3FE8B12CA1DC}" destId="{5A9C9CF2-C366-4469-B555-3B0FD8C557B2}" srcOrd="0" destOrd="0" presId="urn:microsoft.com/office/officeart/2005/8/layout/default"/>
    <dgm:cxn modelId="{8BC50B2F-4336-488D-BCD2-699EB8C53D98}" type="presOf" srcId="{07C66403-9A48-467A-81AE-7446AE97A5EC}" destId="{6DD409AA-0949-4E55-9286-777A86EBB7AE}" srcOrd="0" destOrd="0" presId="urn:microsoft.com/office/officeart/2005/8/layout/default"/>
    <dgm:cxn modelId="{DC809632-5EDD-496C-807A-187FBF02EA01}" type="presOf" srcId="{9FE26D1C-1647-41A7-96AA-72510A758560}" destId="{5F2B11B8-707E-40F6-9231-ECC2D62EDD35}" srcOrd="0" destOrd="0" presId="urn:microsoft.com/office/officeart/2005/8/layout/default"/>
    <dgm:cxn modelId="{0E7C6849-2972-45FF-B5F4-02709D843EE4}" srcId="{325E6188-E28E-442E-BF81-3FE8B12CA1DC}" destId="{C932A3A2-B2E8-43DE-9F03-991E94B3A5C6}" srcOrd="3" destOrd="0" parTransId="{3D43EFA1-40BE-4510-921A-E112068DCAFC}" sibTransId="{931E2FB3-0F9C-4EEA-8A3F-C32997618FE2}"/>
    <dgm:cxn modelId="{37FE4C70-CA36-480B-8A00-C411CF7FF719}" srcId="{325E6188-E28E-442E-BF81-3FE8B12CA1DC}" destId="{74EBD112-B0B4-4BC6-8B2E-410CD5F984A7}" srcOrd="0" destOrd="0" parTransId="{F926F673-7F28-4A36-8154-563E8C5C8518}" sibTransId="{0F4D7737-BD46-4323-B84B-AFAB99FC6583}"/>
    <dgm:cxn modelId="{D3676987-7D46-46F4-9C09-A6DE07385B2D}" type="presOf" srcId="{74EBD112-B0B4-4BC6-8B2E-410CD5F984A7}" destId="{8E26C4B2-075B-443B-A258-FFBA2E6C2A68}" srcOrd="0" destOrd="0" presId="urn:microsoft.com/office/officeart/2005/8/layout/default"/>
    <dgm:cxn modelId="{4F990CA6-70B3-4032-8377-8029CC61FBEC}" srcId="{325E6188-E28E-442E-BF81-3FE8B12CA1DC}" destId="{07C66403-9A48-467A-81AE-7446AE97A5EC}" srcOrd="1" destOrd="0" parTransId="{02EB1D44-39E9-4854-917D-A3A1807CF29D}" sibTransId="{8490F459-04F9-4BC0-9081-61B0C9A3EEF9}"/>
    <dgm:cxn modelId="{76978EF4-859A-4DB4-8386-1AF8B2719BC0}" type="presOf" srcId="{C932A3A2-B2E8-43DE-9F03-991E94B3A5C6}" destId="{A74BA999-E122-4583-B442-C82B49CD15F9}" srcOrd="0" destOrd="0" presId="urn:microsoft.com/office/officeart/2005/8/layout/default"/>
    <dgm:cxn modelId="{9D2DFE10-323B-49C5-843A-2B4C44C30188}" type="presParOf" srcId="{5A9C9CF2-C366-4469-B555-3B0FD8C557B2}" destId="{8E26C4B2-075B-443B-A258-FFBA2E6C2A68}" srcOrd="0" destOrd="0" presId="urn:microsoft.com/office/officeart/2005/8/layout/default"/>
    <dgm:cxn modelId="{BD1EA925-D99F-4563-8A11-A6719405ABC0}" type="presParOf" srcId="{5A9C9CF2-C366-4469-B555-3B0FD8C557B2}" destId="{B495930F-713B-456C-9ACB-54F66F8CBD06}" srcOrd="1" destOrd="0" presId="urn:microsoft.com/office/officeart/2005/8/layout/default"/>
    <dgm:cxn modelId="{0599C2BA-407E-41BF-A410-4AB1F2C79887}" type="presParOf" srcId="{5A9C9CF2-C366-4469-B555-3B0FD8C557B2}" destId="{6DD409AA-0949-4E55-9286-777A86EBB7AE}" srcOrd="2" destOrd="0" presId="urn:microsoft.com/office/officeart/2005/8/layout/default"/>
    <dgm:cxn modelId="{A7242B83-A8E1-49AF-9C3F-26124591763D}" type="presParOf" srcId="{5A9C9CF2-C366-4469-B555-3B0FD8C557B2}" destId="{9537D501-BFD2-45CD-AC5F-8C908E64C521}" srcOrd="3" destOrd="0" presId="urn:microsoft.com/office/officeart/2005/8/layout/default"/>
    <dgm:cxn modelId="{96C8CB82-C8DF-445B-B0C8-13AD00E8CD79}" type="presParOf" srcId="{5A9C9CF2-C366-4469-B555-3B0FD8C557B2}" destId="{5F2B11B8-707E-40F6-9231-ECC2D62EDD35}" srcOrd="4" destOrd="0" presId="urn:microsoft.com/office/officeart/2005/8/layout/default"/>
    <dgm:cxn modelId="{0B352598-693B-49FD-980E-DB79AA5FEB07}" type="presParOf" srcId="{5A9C9CF2-C366-4469-B555-3B0FD8C557B2}" destId="{A4242DF9-F36C-4A43-9AC3-C58019AAA00A}" srcOrd="5" destOrd="0" presId="urn:microsoft.com/office/officeart/2005/8/layout/default"/>
    <dgm:cxn modelId="{61F2370D-28B2-490B-B87F-28809BF2AB54}" type="presParOf" srcId="{5A9C9CF2-C366-4469-B555-3B0FD8C557B2}" destId="{A74BA999-E122-4583-B442-C82B49CD15F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5E6188-E28E-442E-BF81-3FE8B12CA1D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988AB52-3963-4C61-8AC6-EF703EF439CD}">
      <dgm:prSet/>
      <dgm:spPr>
        <a:solidFill>
          <a:srgbClr val="002060"/>
        </a:solidFill>
      </dgm:spPr>
      <dgm:t>
        <a:bodyPr/>
        <a:lstStyle/>
        <a:p>
          <a:r>
            <a:rPr lang="pt-BR" dirty="0"/>
            <a:t>Apresentação</a:t>
          </a:r>
        </a:p>
      </dgm:t>
    </dgm:pt>
    <dgm:pt modelId="{12A51FC4-7D26-4BA6-BCDC-0642E1DC0A10}" type="parTrans" cxnId="{C05BAF6F-6E9B-4FF7-882B-65A0B6C74B45}">
      <dgm:prSet/>
      <dgm:spPr/>
      <dgm:t>
        <a:bodyPr/>
        <a:lstStyle/>
        <a:p>
          <a:endParaRPr lang="pt-BR"/>
        </a:p>
      </dgm:t>
    </dgm:pt>
    <dgm:pt modelId="{FEE90ACA-3E7A-4C81-AA66-A51C1F22C3AC}" type="sibTrans" cxnId="{C05BAF6F-6E9B-4FF7-882B-65A0B6C74B45}">
      <dgm:prSet/>
      <dgm:spPr/>
      <dgm:t>
        <a:bodyPr/>
        <a:lstStyle/>
        <a:p>
          <a:endParaRPr lang="pt-BR"/>
        </a:p>
      </dgm:t>
    </dgm:pt>
    <dgm:pt modelId="{EB2BE98E-833E-42ED-B58F-3A63ED4ED58F}">
      <dgm:prSet/>
      <dgm:spPr>
        <a:solidFill>
          <a:srgbClr val="002060"/>
        </a:solidFill>
      </dgm:spPr>
      <dgm:t>
        <a:bodyPr/>
        <a:lstStyle/>
        <a:p>
          <a:r>
            <a:rPr lang="pt-BR" dirty="0"/>
            <a:t>A caracterização do problema e descrição das variáveis consideradas para os ativos.</a:t>
          </a:r>
        </a:p>
      </dgm:t>
    </dgm:pt>
    <dgm:pt modelId="{C7306C89-0FC3-4D4C-A7B5-D1BDA488A528}" type="parTrans" cxnId="{753EC5B8-3859-4212-B66D-6E6E6104D4DD}">
      <dgm:prSet/>
      <dgm:spPr/>
      <dgm:t>
        <a:bodyPr/>
        <a:lstStyle/>
        <a:p>
          <a:endParaRPr lang="pt-BR"/>
        </a:p>
      </dgm:t>
    </dgm:pt>
    <dgm:pt modelId="{0A32197A-C6AF-4A95-B7EB-7004F023D14B}" type="sibTrans" cxnId="{753EC5B8-3859-4212-B66D-6E6E6104D4DD}">
      <dgm:prSet/>
      <dgm:spPr/>
      <dgm:t>
        <a:bodyPr/>
        <a:lstStyle/>
        <a:p>
          <a:endParaRPr lang="pt-BR"/>
        </a:p>
      </dgm:t>
    </dgm:pt>
    <dgm:pt modelId="{BAAB7FB6-A078-4164-98B6-1193A27E493E}">
      <dgm:prSet/>
      <dgm:spPr>
        <a:solidFill>
          <a:srgbClr val="002060"/>
        </a:solidFill>
      </dgm:spPr>
      <dgm:t>
        <a:bodyPr/>
        <a:lstStyle/>
        <a:p>
          <a:r>
            <a:rPr lang="pt-BR" dirty="0"/>
            <a:t>A metodologia aplicada para construção e avaliação dos modelos.</a:t>
          </a:r>
        </a:p>
      </dgm:t>
    </dgm:pt>
    <dgm:pt modelId="{70A0484B-1C84-4C13-A957-44F4249B8495}" type="parTrans" cxnId="{5C007A4E-F004-4706-BCB1-A03606DA50CF}">
      <dgm:prSet/>
      <dgm:spPr/>
      <dgm:t>
        <a:bodyPr/>
        <a:lstStyle/>
        <a:p>
          <a:endParaRPr lang="pt-BR"/>
        </a:p>
      </dgm:t>
    </dgm:pt>
    <dgm:pt modelId="{719B3DA0-AE48-4B24-BEC3-55BDCEBBF30F}" type="sibTrans" cxnId="{5C007A4E-F004-4706-BCB1-A03606DA50CF}">
      <dgm:prSet/>
      <dgm:spPr/>
      <dgm:t>
        <a:bodyPr/>
        <a:lstStyle/>
        <a:p>
          <a:endParaRPr lang="pt-BR"/>
        </a:p>
      </dgm:t>
    </dgm:pt>
    <dgm:pt modelId="{37DF10DD-6E21-45D6-A48E-4F89FAAD849F}">
      <dgm:prSet/>
      <dgm:spPr>
        <a:solidFill>
          <a:srgbClr val="002060"/>
        </a:solidFill>
      </dgm:spPr>
      <dgm:t>
        <a:bodyPr/>
        <a:lstStyle/>
        <a:p>
          <a:r>
            <a:rPr lang="pt-BR" dirty="0"/>
            <a:t>Os resultados obtidos em termos de acurácia e métricas de desempenho (KPIs).</a:t>
          </a:r>
        </a:p>
      </dgm:t>
    </dgm:pt>
    <dgm:pt modelId="{CA152E36-BC0A-4E42-8671-9E77CC48647C}" type="parTrans" cxnId="{C8FF3B51-94EA-444B-8C87-96B286225592}">
      <dgm:prSet/>
      <dgm:spPr/>
      <dgm:t>
        <a:bodyPr/>
        <a:lstStyle/>
        <a:p>
          <a:endParaRPr lang="pt-BR"/>
        </a:p>
      </dgm:t>
    </dgm:pt>
    <dgm:pt modelId="{F6BDCBB1-E148-48FE-8E52-B3CDD09BB803}" type="sibTrans" cxnId="{C8FF3B51-94EA-444B-8C87-96B286225592}">
      <dgm:prSet/>
      <dgm:spPr/>
      <dgm:t>
        <a:bodyPr/>
        <a:lstStyle/>
        <a:p>
          <a:endParaRPr lang="pt-BR"/>
        </a:p>
      </dgm:t>
    </dgm:pt>
    <dgm:pt modelId="{5A6EEEB1-34AE-4091-9517-8FCDCACF5C9E}">
      <dgm:prSet/>
      <dgm:spPr>
        <a:solidFill>
          <a:srgbClr val="002060"/>
        </a:solidFill>
      </dgm:spPr>
      <dgm:t>
        <a:bodyPr/>
        <a:lstStyle/>
        <a:p>
          <a:r>
            <a:rPr lang="pt-BR" dirty="0"/>
            <a:t>Recomendações práticas sobre como a equipe de manutenção pode utilizar esses modelos para reduzir custos e aumentar a confiabilidade operacional.</a:t>
          </a:r>
        </a:p>
      </dgm:t>
    </dgm:pt>
    <dgm:pt modelId="{1E0A749C-619A-42A2-8141-1E4145586CB7}" type="parTrans" cxnId="{4D5A85E6-38FB-4B23-A5BD-E15C7471EAD7}">
      <dgm:prSet/>
      <dgm:spPr/>
      <dgm:t>
        <a:bodyPr/>
        <a:lstStyle/>
        <a:p>
          <a:endParaRPr lang="pt-BR"/>
        </a:p>
      </dgm:t>
    </dgm:pt>
    <dgm:pt modelId="{3F18F094-6D8E-4C0E-B208-284BBD703271}" type="sibTrans" cxnId="{4D5A85E6-38FB-4B23-A5BD-E15C7471EAD7}">
      <dgm:prSet/>
      <dgm:spPr/>
      <dgm:t>
        <a:bodyPr/>
        <a:lstStyle/>
        <a:p>
          <a:endParaRPr lang="pt-BR"/>
        </a:p>
      </dgm:t>
    </dgm:pt>
    <dgm:pt modelId="{5A9C9CF2-C366-4469-B555-3B0FD8C557B2}" type="pres">
      <dgm:prSet presAssocID="{325E6188-E28E-442E-BF81-3FE8B12CA1DC}" presName="diagram" presStyleCnt="0">
        <dgm:presLayoutVars>
          <dgm:dir/>
          <dgm:resizeHandles val="exact"/>
        </dgm:presLayoutVars>
      </dgm:prSet>
      <dgm:spPr/>
    </dgm:pt>
    <dgm:pt modelId="{C9F86A66-E6F0-4DE1-940A-B1325BBC8524}" type="pres">
      <dgm:prSet presAssocID="{A988AB52-3963-4C61-8AC6-EF703EF439CD}" presName="node" presStyleLbl="node1" presStyleIdx="0" presStyleCnt="1">
        <dgm:presLayoutVars>
          <dgm:bulletEnabled val="1"/>
        </dgm:presLayoutVars>
      </dgm:prSet>
      <dgm:spPr/>
    </dgm:pt>
  </dgm:ptLst>
  <dgm:cxnLst>
    <dgm:cxn modelId="{C5580C17-9A59-4C4B-8D13-C0B69AFFFB73}" type="presOf" srcId="{325E6188-E28E-442E-BF81-3FE8B12CA1DC}" destId="{5A9C9CF2-C366-4469-B555-3B0FD8C557B2}" srcOrd="0" destOrd="0" presId="urn:microsoft.com/office/officeart/2005/8/layout/default"/>
    <dgm:cxn modelId="{8AB2E030-1F54-41B9-93B0-A0CB2EF65199}" type="presOf" srcId="{37DF10DD-6E21-45D6-A48E-4F89FAAD849F}" destId="{C9F86A66-E6F0-4DE1-940A-B1325BBC8524}" srcOrd="0" destOrd="3" presId="urn:microsoft.com/office/officeart/2005/8/layout/default"/>
    <dgm:cxn modelId="{5C007A4E-F004-4706-BCB1-A03606DA50CF}" srcId="{A988AB52-3963-4C61-8AC6-EF703EF439CD}" destId="{BAAB7FB6-A078-4164-98B6-1193A27E493E}" srcOrd="1" destOrd="0" parTransId="{70A0484B-1C84-4C13-A957-44F4249B8495}" sibTransId="{719B3DA0-AE48-4B24-BEC3-55BDCEBBF30F}"/>
    <dgm:cxn modelId="{C05BAF6F-6E9B-4FF7-882B-65A0B6C74B45}" srcId="{325E6188-E28E-442E-BF81-3FE8B12CA1DC}" destId="{A988AB52-3963-4C61-8AC6-EF703EF439CD}" srcOrd="0" destOrd="0" parTransId="{12A51FC4-7D26-4BA6-BCDC-0642E1DC0A10}" sibTransId="{FEE90ACA-3E7A-4C81-AA66-A51C1F22C3AC}"/>
    <dgm:cxn modelId="{C8FF3B51-94EA-444B-8C87-96B286225592}" srcId="{A988AB52-3963-4C61-8AC6-EF703EF439CD}" destId="{37DF10DD-6E21-45D6-A48E-4F89FAAD849F}" srcOrd="2" destOrd="0" parTransId="{CA152E36-BC0A-4E42-8671-9E77CC48647C}" sibTransId="{F6BDCBB1-E148-48FE-8E52-B3CDD09BB803}"/>
    <dgm:cxn modelId="{AB13C786-7473-4517-9AF5-03DDF33A1964}" type="presOf" srcId="{A988AB52-3963-4C61-8AC6-EF703EF439CD}" destId="{C9F86A66-E6F0-4DE1-940A-B1325BBC8524}" srcOrd="0" destOrd="0" presId="urn:microsoft.com/office/officeart/2005/8/layout/default"/>
    <dgm:cxn modelId="{0E3ED186-75FE-4BDB-A365-34D9BE2BEDCF}" type="presOf" srcId="{BAAB7FB6-A078-4164-98B6-1193A27E493E}" destId="{C9F86A66-E6F0-4DE1-940A-B1325BBC8524}" srcOrd="0" destOrd="2" presId="urn:microsoft.com/office/officeart/2005/8/layout/default"/>
    <dgm:cxn modelId="{753EC5B8-3859-4212-B66D-6E6E6104D4DD}" srcId="{A988AB52-3963-4C61-8AC6-EF703EF439CD}" destId="{EB2BE98E-833E-42ED-B58F-3A63ED4ED58F}" srcOrd="0" destOrd="0" parTransId="{C7306C89-0FC3-4D4C-A7B5-D1BDA488A528}" sibTransId="{0A32197A-C6AF-4A95-B7EB-7004F023D14B}"/>
    <dgm:cxn modelId="{FF4A42C8-42BF-4C76-A73D-E8CCC262BC46}" type="presOf" srcId="{EB2BE98E-833E-42ED-B58F-3A63ED4ED58F}" destId="{C9F86A66-E6F0-4DE1-940A-B1325BBC8524}" srcOrd="0" destOrd="1" presId="urn:microsoft.com/office/officeart/2005/8/layout/default"/>
    <dgm:cxn modelId="{019DEAD4-7B71-4AC2-939F-DE3A43ED58C2}" type="presOf" srcId="{5A6EEEB1-34AE-4091-9517-8FCDCACF5C9E}" destId="{C9F86A66-E6F0-4DE1-940A-B1325BBC8524}" srcOrd="0" destOrd="4" presId="urn:microsoft.com/office/officeart/2005/8/layout/default"/>
    <dgm:cxn modelId="{4D5A85E6-38FB-4B23-A5BD-E15C7471EAD7}" srcId="{A988AB52-3963-4C61-8AC6-EF703EF439CD}" destId="{5A6EEEB1-34AE-4091-9517-8FCDCACF5C9E}" srcOrd="3" destOrd="0" parTransId="{1E0A749C-619A-42A2-8141-1E4145586CB7}" sibTransId="{3F18F094-6D8E-4C0E-B208-284BBD703271}"/>
    <dgm:cxn modelId="{7F78CFB7-9F4D-4F7A-B920-1699C2C02842}" type="presParOf" srcId="{5A9C9CF2-C366-4469-B555-3B0FD8C557B2}" destId="{C9F86A66-E6F0-4DE1-940A-B1325BBC8524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3431C3-C7C8-4E11-A307-4BC06A6793C3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3A91111-A072-426F-A134-8867577567CE}">
      <dgm:prSet phldrT="[Texto]" phldr="0"/>
      <dgm:spPr/>
      <dgm:t>
        <a:bodyPr/>
        <a:lstStyle/>
        <a:p>
          <a:r>
            <a:rPr lang="pt-BR" dirty="0" err="1"/>
            <a:t>Runtime</a:t>
          </a:r>
          <a:endParaRPr lang="pt-BR" dirty="0"/>
        </a:p>
      </dgm:t>
    </dgm:pt>
    <dgm:pt modelId="{479EDE8B-E0DA-4C6B-9613-849894B2E8C4}" type="parTrans" cxnId="{C5079A0E-83EB-4084-A1F7-FEAAAACE4284}">
      <dgm:prSet/>
      <dgm:spPr/>
      <dgm:t>
        <a:bodyPr/>
        <a:lstStyle/>
        <a:p>
          <a:endParaRPr lang="pt-BR"/>
        </a:p>
      </dgm:t>
    </dgm:pt>
    <dgm:pt modelId="{BDB50754-FCBD-4C20-8735-16C78F2C2C94}" type="sibTrans" cxnId="{C5079A0E-83EB-4084-A1F7-FEAAAACE4284}">
      <dgm:prSet/>
      <dgm:spPr/>
      <dgm:t>
        <a:bodyPr/>
        <a:lstStyle/>
        <a:p>
          <a:endParaRPr lang="pt-BR"/>
        </a:p>
      </dgm:t>
    </dgm:pt>
    <dgm:pt modelId="{93B25827-A360-4F53-AEFD-F73122B4A5A1}">
      <dgm:prSet phldrT="[Texto]" custT="1"/>
      <dgm:spPr/>
      <dgm:t>
        <a:bodyPr/>
        <a:lstStyle/>
        <a:p>
          <a:pPr>
            <a:buNone/>
          </a:pPr>
          <a:r>
            <a:rPr lang="pt-BR" sz="1100" b="0" dirty="0"/>
            <a:t>Média</a:t>
          </a:r>
          <a:endParaRPr lang="pt-BR" sz="1100" dirty="0"/>
        </a:p>
      </dgm:t>
    </dgm:pt>
    <dgm:pt modelId="{18A86BB6-55A7-4E4F-BC55-8F782C76916E}" type="parTrans" cxnId="{3CC83994-BBBC-4495-BDAD-9B5A7CAF524D}">
      <dgm:prSet/>
      <dgm:spPr/>
      <dgm:t>
        <a:bodyPr/>
        <a:lstStyle/>
        <a:p>
          <a:endParaRPr lang="pt-BR"/>
        </a:p>
      </dgm:t>
    </dgm:pt>
    <dgm:pt modelId="{4B5C4129-E2F3-4B5D-8A0F-CE3D8BAD4182}" type="sibTrans" cxnId="{3CC83994-BBBC-4495-BDAD-9B5A7CAF524D}">
      <dgm:prSet/>
      <dgm:spPr/>
      <dgm:t>
        <a:bodyPr/>
        <a:lstStyle/>
        <a:p>
          <a:endParaRPr lang="pt-BR"/>
        </a:p>
      </dgm:t>
    </dgm:pt>
    <dgm:pt modelId="{3C18B389-EC99-4B49-A020-9FCE11638DF5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Mínimo</a:t>
          </a:r>
        </a:p>
      </dgm:t>
    </dgm:pt>
    <dgm:pt modelId="{2DBFF54D-E689-494F-95FD-81BBDD61E95D}" type="parTrans" cxnId="{4CBCBABF-A82B-4918-B603-8E0C9F3A3767}">
      <dgm:prSet/>
      <dgm:spPr/>
      <dgm:t>
        <a:bodyPr/>
        <a:lstStyle/>
        <a:p>
          <a:endParaRPr lang="pt-BR"/>
        </a:p>
      </dgm:t>
    </dgm:pt>
    <dgm:pt modelId="{29CDE3A7-5761-44B3-B3F8-8D90F068CC5C}" type="sibTrans" cxnId="{4CBCBABF-A82B-4918-B603-8E0C9F3A3767}">
      <dgm:prSet/>
      <dgm:spPr/>
      <dgm:t>
        <a:bodyPr/>
        <a:lstStyle/>
        <a:p>
          <a:endParaRPr lang="pt-BR"/>
        </a:p>
      </dgm:t>
    </dgm:pt>
    <dgm:pt modelId="{00451AB4-888A-4211-8B7C-15E5BD4424DD}">
      <dgm:prSet phldrT="[Texto]"/>
      <dgm:spPr/>
      <dgm:t>
        <a:bodyPr/>
        <a:lstStyle/>
        <a:p>
          <a:pPr>
            <a:buNone/>
          </a:pPr>
          <a:r>
            <a:rPr lang="pt-BR" b="0" i="0" dirty="0"/>
            <a:t>Setting2</a:t>
          </a:r>
          <a:endParaRPr lang="pt-BR" dirty="0"/>
        </a:p>
      </dgm:t>
    </dgm:pt>
    <dgm:pt modelId="{257917B0-9F49-4C0A-BCC8-2C40C9E059EB}" type="parTrans" cxnId="{33FD50A5-19FE-4449-B1D6-E4DA249186C5}">
      <dgm:prSet/>
      <dgm:spPr/>
      <dgm:t>
        <a:bodyPr/>
        <a:lstStyle/>
        <a:p>
          <a:endParaRPr lang="pt-BR"/>
        </a:p>
      </dgm:t>
    </dgm:pt>
    <dgm:pt modelId="{9D2CA2FE-FA90-4CD5-9C30-8D893851861F}" type="sibTrans" cxnId="{33FD50A5-19FE-4449-B1D6-E4DA249186C5}">
      <dgm:prSet/>
      <dgm:spPr/>
      <dgm:t>
        <a:bodyPr/>
        <a:lstStyle/>
        <a:p>
          <a:endParaRPr lang="pt-BR"/>
        </a:p>
      </dgm:t>
    </dgm:pt>
    <dgm:pt modelId="{30F5BFC2-28D2-4744-B888-29847B7751E3}">
      <dgm:prSet phldrT="[Texto]" custT="1"/>
      <dgm:spPr/>
      <dgm:t>
        <a:bodyPr/>
        <a:lstStyle/>
        <a:p>
          <a:pPr>
            <a:buNone/>
          </a:pPr>
          <a:r>
            <a:rPr lang="pt-BR" sz="1100" b="0" dirty="0"/>
            <a:t>Média</a:t>
          </a:r>
          <a:endParaRPr lang="pt-BR" sz="1100" dirty="0"/>
        </a:p>
      </dgm:t>
    </dgm:pt>
    <dgm:pt modelId="{50AFDAA9-7243-4528-9FF4-8116B961C537}" type="parTrans" cxnId="{E1078F4A-68A6-48AB-A311-7043CFEA45AA}">
      <dgm:prSet/>
      <dgm:spPr/>
      <dgm:t>
        <a:bodyPr/>
        <a:lstStyle/>
        <a:p>
          <a:endParaRPr lang="pt-BR"/>
        </a:p>
      </dgm:t>
    </dgm:pt>
    <dgm:pt modelId="{FE4C3B0A-1ECE-4C65-BD9E-3C08BED0FF74}" type="sibTrans" cxnId="{E1078F4A-68A6-48AB-A311-7043CFEA45AA}">
      <dgm:prSet/>
      <dgm:spPr/>
      <dgm:t>
        <a:bodyPr/>
        <a:lstStyle/>
        <a:p>
          <a:endParaRPr lang="pt-BR"/>
        </a:p>
      </dgm:t>
    </dgm:pt>
    <dgm:pt modelId="{99C32D85-B7CC-48BE-8F25-F9279A22975D}">
      <dgm:prSet phldrT="[Texto]" phldr="0"/>
      <dgm:spPr/>
      <dgm:t>
        <a:bodyPr/>
        <a:lstStyle/>
        <a:p>
          <a:pPr>
            <a:buNone/>
          </a:pPr>
          <a:r>
            <a:rPr lang="pt-BR" b="0" i="0" dirty="0"/>
            <a:t>Setting3</a:t>
          </a:r>
          <a:endParaRPr lang="pt-BR" dirty="0"/>
        </a:p>
      </dgm:t>
    </dgm:pt>
    <dgm:pt modelId="{34A494FA-D809-479E-AA37-29C2095D7CF3}" type="parTrans" cxnId="{3C448E57-685C-479D-A27F-4E208A9635FB}">
      <dgm:prSet/>
      <dgm:spPr/>
      <dgm:t>
        <a:bodyPr/>
        <a:lstStyle/>
        <a:p>
          <a:endParaRPr lang="pt-BR"/>
        </a:p>
      </dgm:t>
    </dgm:pt>
    <dgm:pt modelId="{F07D77E4-0AE5-4A21-B6E8-5DB9CF6FC67C}" type="sibTrans" cxnId="{3C448E57-685C-479D-A27F-4E208A9635FB}">
      <dgm:prSet/>
      <dgm:spPr/>
      <dgm:t>
        <a:bodyPr/>
        <a:lstStyle/>
        <a:p>
          <a:endParaRPr lang="pt-BR"/>
        </a:p>
      </dgm:t>
    </dgm:pt>
    <dgm:pt modelId="{5B8EFD93-3143-48FC-81F6-4CDEF42A64C9}">
      <dgm:prSet phldrT="[Texto]" phldr="0"/>
      <dgm:spPr/>
      <dgm:t>
        <a:bodyPr/>
        <a:lstStyle/>
        <a:p>
          <a:pPr>
            <a:buNone/>
          </a:pPr>
          <a:r>
            <a:rPr lang="pt-BR" b="0" i="0" dirty="0"/>
            <a:t>Tag1</a:t>
          </a:r>
          <a:endParaRPr lang="pt-BR" dirty="0"/>
        </a:p>
      </dgm:t>
    </dgm:pt>
    <dgm:pt modelId="{0B611605-5239-4A16-8AC4-FACD0A101964}" type="parTrans" cxnId="{C3B65A66-A707-4FA5-9FB5-62A3300DBDBF}">
      <dgm:prSet/>
      <dgm:spPr/>
      <dgm:t>
        <a:bodyPr/>
        <a:lstStyle/>
        <a:p>
          <a:endParaRPr lang="pt-BR"/>
        </a:p>
      </dgm:t>
    </dgm:pt>
    <dgm:pt modelId="{9264B392-1EC0-4C19-9C90-804C7BC2990B}" type="sibTrans" cxnId="{C3B65A66-A707-4FA5-9FB5-62A3300DBDBF}">
      <dgm:prSet/>
      <dgm:spPr/>
      <dgm:t>
        <a:bodyPr/>
        <a:lstStyle/>
        <a:p>
          <a:endParaRPr lang="pt-BR"/>
        </a:p>
      </dgm:t>
    </dgm:pt>
    <dgm:pt modelId="{3AFF252E-A5E1-4B03-936F-B01F061F857B}">
      <dgm:prSet phldrT="[Texto]" phldr="0"/>
      <dgm:spPr/>
      <dgm:t>
        <a:bodyPr/>
        <a:lstStyle/>
        <a:p>
          <a:pPr>
            <a:buNone/>
          </a:pPr>
          <a:r>
            <a:rPr lang="pt-BR" b="0" i="0" dirty="0"/>
            <a:t>Tag21</a:t>
          </a:r>
          <a:endParaRPr lang="pt-BR" dirty="0"/>
        </a:p>
      </dgm:t>
    </dgm:pt>
    <dgm:pt modelId="{CD6CB8F1-C9AF-4C5D-94E7-106AF695BD6F}" type="parTrans" cxnId="{AB39C630-E341-4058-986A-B131FAFC91FA}">
      <dgm:prSet/>
      <dgm:spPr/>
      <dgm:t>
        <a:bodyPr/>
        <a:lstStyle/>
        <a:p>
          <a:endParaRPr lang="pt-BR"/>
        </a:p>
      </dgm:t>
    </dgm:pt>
    <dgm:pt modelId="{1BB88ED4-ABB4-4349-99D9-F8BB9A690A2B}" type="sibTrans" cxnId="{AB39C630-E341-4058-986A-B131FAFC91FA}">
      <dgm:prSet/>
      <dgm:spPr/>
      <dgm:t>
        <a:bodyPr/>
        <a:lstStyle/>
        <a:p>
          <a:endParaRPr lang="pt-BR"/>
        </a:p>
      </dgm:t>
    </dgm:pt>
    <dgm:pt modelId="{20B606D8-AE78-4408-B179-D8E85B2F295D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Máximo</a:t>
          </a:r>
        </a:p>
      </dgm:t>
    </dgm:pt>
    <dgm:pt modelId="{5726A7FB-3414-4B34-B55C-D4813FE2B9F8}" type="parTrans" cxnId="{748116EC-7670-43DE-BDF3-8EDC084990C3}">
      <dgm:prSet/>
      <dgm:spPr/>
      <dgm:t>
        <a:bodyPr/>
        <a:lstStyle/>
        <a:p>
          <a:endParaRPr lang="pt-BR"/>
        </a:p>
      </dgm:t>
    </dgm:pt>
    <dgm:pt modelId="{9172FDAE-0E2B-4156-9DBA-4A08D3A4573F}" type="sibTrans" cxnId="{748116EC-7670-43DE-BDF3-8EDC084990C3}">
      <dgm:prSet/>
      <dgm:spPr/>
      <dgm:t>
        <a:bodyPr/>
        <a:lstStyle/>
        <a:p>
          <a:endParaRPr lang="pt-BR"/>
        </a:p>
      </dgm:t>
    </dgm:pt>
    <dgm:pt modelId="{EB4543B4-E150-4750-8D33-8A2BE047CE6A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Desvio Padrão</a:t>
          </a:r>
        </a:p>
      </dgm:t>
    </dgm:pt>
    <dgm:pt modelId="{20D33EAF-6DE2-4208-A4AC-A60B696FC789}" type="parTrans" cxnId="{73B5244E-4D95-40FC-A812-8A98D513D976}">
      <dgm:prSet/>
      <dgm:spPr/>
      <dgm:t>
        <a:bodyPr/>
        <a:lstStyle/>
        <a:p>
          <a:endParaRPr lang="pt-BR"/>
        </a:p>
      </dgm:t>
    </dgm:pt>
    <dgm:pt modelId="{0ED6EF0D-465E-46E7-9F5E-C637AE31938A}" type="sibTrans" cxnId="{73B5244E-4D95-40FC-A812-8A98D513D976}">
      <dgm:prSet/>
      <dgm:spPr/>
      <dgm:t>
        <a:bodyPr/>
        <a:lstStyle/>
        <a:p>
          <a:endParaRPr lang="pt-BR"/>
        </a:p>
      </dgm:t>
    </dgm:pt>
    <dgm:pt modelId="{6CB051F2-577B-4C13-A508-602573EE32D3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Mínimo</a:t>
          </a:r>
        </a:p>
      </dgm:t>
    </dgm:pt>
    <dgm:pt modelId="{3117EF30-90F1-4D53-9DD6-5E241F347D6B}" type="parTrans" cxnId="{B4AF46FC-DFBC-41D4-91AA-2FDFA00FF16C}">
      <dgm:prSet/>
      <dgm:spPr/>
      <dgm:t>
        <a:bodyPr/>
        <a:lstStyle/>
        <a:p>
          <a:endParaRPr lang="pt-BR"/>
        </a:p>
      </dgm:t>
    </dgm:pt>
    <dgm:pt modelId="{6FEF4840-1B70-4004-BA1A-9F344607E069}" type="sibTrans" cxnId="{B4AF46FC-DFBC-41D4-91AA-2FDFA00FF16C}">
      <dgm:prSet/>
      <dgm:spPr/>
      <dgm:t>
        <a:bodyPr/>
        <a:lstStyle/>
        <a:p>
          <a:endParaRPr lang="pt-BR"/>
        </a:p>
      </dgm:t>
    </dgm:pt>
    <dgm:pt modelId="{D224DD4B-1E2C-4B1B-BF02-5245A7C11E69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Máximo</a:t>
          </a:r>
        </a:p>
      </dgm:t>
    </dgm:pt>
    <dgm:pt modelId="{329EB7F0-EFB4-4497-B1E9-272E18F112E0}" type="parTrans" cxnId="{F0792989-39B0-4B17-AB3A-DDA3D06BDF43}">
      <dgm:prSet/>
      <dgm:spPr/>
      <dgm:t>
        <a:bodyPr/>
        <a:lstStyle/>
        <a:p>
          <a:endParaRPr lang="pt-BR"/>
        </a:p>
      </dgm:t>
    </dgm:pt>
    <dgm:pt modelId="{8E5818DA-92F0-433B-A93B-73CD03A06264}" type="sibTrans" cxnId="{F0792989-39B0-4B17-AB3A-DDA3D06BDF43}">
      <dgm:prSet/>
      <dgm:spPr/>
      <dgm:t>
        <a:bodyPr/>
        <a:lstStyle/>
        <a:p>
          <a:endParaRPr lang="pt-BR"/>
        </a:p>
      </dgm:t>
    </dgm:pt>
    <dgm:pt modelId="{331A0D59-2317-45E1-AE38-23F6FF87A4AF}">
      <dgm:prSet phldrT="[Texto]" custT="1"/>
      <dgm:spPr/>
      <dgm:t>
        <a:bodyPr/>
        <a:lstStyle/>
        <a:p>
          <a:pPr>
            <a:buNone/>
          </a:pPr>
          <a:r>
            <a:rPr lang="pt-BR" sz="1100"/>
            <a:t>Desvio Padrão</a:t>
          </a:r>
          <a:endParaRPr lang="pt-BR" sz="1100" dirty="0"/>
        </a:p>
      </dgm:t>
    </dgm:pt>
    <dgm:pt modelId="{525724ED-8DA0-4B96-983B-F853F3895AF9}" type="parTrans" cxnId="{07F638B8-56A3-4328-B5EB-6B6C564C029E}">
      <dgm:prSet/>
      <dgm:spPr/>
      <dgm:t>
        <a:bodyPr/>
        <a:lstStyle/>
        <a:p>
          <a:endParaRPr lang="pt-BR"/>
        </a:p>
      </dgm:t>
    </dgm:pt>
    <dgm:pt modelId="{806B593C-16AB-4FA7-AE51-73D9067594AE}" type="sibTrans" cxnId="{07F638B8-56A3-4328-B5EB-6B6C564C029E}">
      <dgm:prSet/>
      <dgm:spPr/>
      <dgm:t>
        <a:bodyPr/>
        <a:lstStyle/>
        <a:p>
          <a:endParaRPr lang="pt-BR"/>
        </a:p>
      </dgm:t>
    </dgm:pt>
    <dgm:pt modelId="{749E79EA-AC1A-4368-8D59-2A017A30FE33}">
      <dgm:prSet phldrT="[Texto]" custT="1"/>
      <dgm:spPr/>
      <dgm:t>
        <a:bodyPr/>
        <a:lstStyle/>
        <a:p>
          <a:pPr>
            <a:buNone/>
          </a:pPr>
          <a:r>
            <a:rPr lang="pt-BR" sz="1100" b="0"/>
            <a:t>Média</a:t>
          </a:r>
          <a:endParaRPr lang="pt-BR" sz="1100" dirty="0"/>
        </a:p>
      </dgm:t>
    </dgm:pt>
    <dgm:pt modelId="{1300C337-77FF-42BB-BAD9-EFA04D4EF704}" type="parTrans" cxnId="{74594DDC-BFE8-4699-9A32-FC6529143542}">
      <dgm:prSet/>
      <dgm:spPr/>
      <dgm:t>
        <a:bodyPr/>
        <a:lstStyle/>
        <a:p>
          <a:endParaRPr lang="pt-BR"/>
        </a:p>
      </dgm:t>
    </dgm:pt>
    <dgm:pt modelId="{B5D826F8-B1FE-43E5-8FCA-4082F03B0728}" type="sibTrans" cxnId="{74594DDC-BFE8-4699-9A32-FC6529143542}">
      <dgm:prSet/>
      <dgm:spPr/>
      <dgm:t>
        <a:bodyPr/>
        <a:lstStyle/>
        <a:p>
          <a:endParaRPr lang="pt-BR"/>
        </a:p>
      </dgm:t>
    </dgm:pt>
    <dgm:pt modelId="{26C46A62-73B1-4B79-8AE2-72D7030336E1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Mínimo</a:t>
          </a:r>
        </a:p>
      </dgm:t>
    </dgm:pt>
    <dgm:pt modelId="{0A745002-D4F7-4F59-9BF4-9ED1793AC38E}" type="parTrans" cxnId="{F08CFE70-BDF9-440C-8B87-43C18D62DDA7}">
      <dgm:prSet/>
      <dgm:spPr/>
      <dgm:t>
        <a:bodyPr/>
        <a:lstStyle/>
        <a:p>
          <a:endParaRPr lang="pt-BR"/>
        </a:p>
      </dgm:t>
    </dgm:pt>
    <dgm:pt modelId="{A8BA25A9-47DE-44ED-80CD-170303ECBC9A}" type="sibTrans" cxnId="{F08CFE70-BDF9-440C-8B87-43C18D62DDA7}">
      <dgm:prSet/>
      <dgm:spPr/>
      <dgm:t>
        <a:bodyPr/>
        <a:lstStyle/>
        <a:p>
          <a:endParaRPr lang="pt-BR"/>
        </a:p>
      </dgm:t>
    </dgm:pt>
    <dgm:pt modelId="{F92065FA-3384-4F10-9F56-F243399152A8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Máximo</a:t>
          </a:r>
        </a:p>
      </dgm:t>
    </dgm:pt>
    <dgm:pt modelId="{EA0611C3-5CF2-4585-A18A-985152C3BFC5}" type="parTrans" cxnId="{0C609A5C-7A5B-4AE7-8A3A-3D83FD7FE532}">
      <dgm:prSet/>
      <dgm:spPr/>
      <dgm:t>
        <a:bodyPr/>
        <a:lstStyle/>
        <a:p>
          <a:endParaRPr lang="pt-BR"/>
        </a:p>
      </dgm:t>
    </dgm:pt>
    <dgm:pt modelId="{B7EE967F-C780-4EB7-879E-4B2663F5A77E}" type="sibTrans" cxnId="{0C609A5C-7A5B-4AE7-8A3A-3D83FD7FE532}">
      <dgm:prSet/>
      <dgm:spPr/>
      <dgm:t>
        <a:bodyPr/>
        <a:lstStyle/>
        <a:p>
          <a:endParaRPr lang="pt-BR"/>
        </a:p>
      </dgm:t>
    </dgm:pt>
    <dgm:pt modelId="{637B3152-52F3-44F7-B54F-50E7421F583E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Desvio Padrão</a:t>
          </a:r>
        </a:p>
      </dgm:t>
    </dgm:pt>
    <dgm:pt modelId="{372106A2-76BD-47AA-93E9-FF40728169DA}" type="parTrans" cxnId="{C5D7B791-94FC-43EF-8D6B-7CD29B2B5870}">
      <dgm:prSet/>
      <dgm:spPr/>
      <dgm:t>
        <a:bodyPr/>
        <a:lstStyle/>
        <a:p>
          <a:endParaRPr lang="pt-BR"/>
        </a:p>
      </dgm:t>
    </dgm:pt>
    <dgm:pt modelId="{285F6FFB-8A83-4853-8259-2C23D4659BB3}" type="sibTrans" cxnId="{C5D7B791-94FC-43EF-8D6B-7CD29B2B5870}">
      <dgm:prSet/>
      <dgm:spPr/>
      <dgm:t>
        <a:bodyPr/>
        <a:lstStyle/>
        <a:p>
          <a:endParaRPr lang="pt-BR"/>
        </a:p>
      </dgm:t>
    </dgm:pt>
    <dgm:pt modelId="{86D6B2C6-BE9E-4D22-8703-46EE00BFB750}">
      <dgm:prSet phldrT="[Texto]" custT="1"/>
      <dgm:spPr/>
      <dgm:t>
        <a:bodyPr/>
        <a:lstStyle/>
        <a:p>
          <a:pPr>
            <a:buNone/>
          </a:pPr>
          <a:r>
            <a:rPr lang="pt-BR" sz="1100" b="0" dirty="0"/>
            <a:t>Média</a:t>
          </a:r>
          <a:endParaRPr lang="pt-BR" sz="1100" dirty="0"/>
        </a:p>
      </dgm:t>
    </dgm:pt>
    <dgm:pt modelId="{80E5E8CD-513F-4345-81A6-12D70F949B3B}" type="parTrans" cxnId="{53BF6A87-E348-46C2-A667-C319E675D394}">
      <dgm:prSet/>
      <dgm:spPr/>
      <dgm:t>
        <a:bodyPr/>
        <a:lstStyle/>
        <a:p>
          <a:endParaRPr lang="pt-BR"/>
        </a:p>
      </dgm:t>
    </dgm:pt>
    <dgm:pt modelId="{95EAE8AD-6322-469F-85E7-6554B204450C}" type="sibTrans" cxnId="{53BF6A87-E348-46C2-A667-C319E675D394}">
      <dgm:prSet/>
      <dgm:spPr/>
      <dgm:t>
        <a:bodyPr/>
        <a:lstStyle/>
        <a:p>
          <a:endParaRPr lang="pt-BR"/>
        </a:p>
      </dgm:t>
    </dgm:pt>
    <dgm:pt modelId="{213959BE-3018-435F-A1B3-5D7967F5262F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Mínimo</a:t>
          </a:r>
        </a:p>
      </dgm:t>
    </dgm:pt>
    <dgm:pt modelId="{E7F2146A-7036-420D-BB5A-2A3209BC221D}" type="parTrans" cxnId="{36DA1AAA-F5B7-4AF9-A2BB-00BBE1686793}">
      <dgm:prSet/>
      <dgm:spPr/>
      <dgm:t>
        <a:bodyPr/>
        <a:lstStyle/>
        <a:p>
          <a:endParaRPr lang="pt-BR"/>
        </a:p>
      </dgm:t>
    </dgm:pt>
    <dgm:pt modelId="{641F0DFF-37FD-4387-B618-66F323466586}" type="sibTrans" cxnId="{36DA1AAA-F5B7-4AF9-A2BB-00BBE1686793}">
      <dgm:prSet/>
      <dgm:spPr/>
      <dgm:t>
        <a:bodyPr/>
        <a:lstStyle/>
        <a:p>
          <a:endParaRPr lang="pt-BR"/>
        </a:p>
      </dgm:t>
    </dgm:pt>
    <dgm:pt modelId="{53D062B1-2BC7-4ADF-9BDE-50C86DA80ACB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Máximo</a:t>
          </a:r>
        </a:p>
      </dgm:t>
    </dgm:pt>
    <dgm:pt modelId="{4709277C-95AD-4551-B77D-3C28019D832C}" type="parTrans" cxnId="{E5F89A74-E59D-47FE-A2D4-35D476832921}">
      <dgm:prSet/>
      <dgm:spPr/>
      <dgm:t>
        <a:bodyPr/>
        <a:lstStyle/>
        <a:p>
          <a:endParaRPr lang="pt-BR"/>
        </a:p>
      </dgm:t>
    </dgm:pt>
    <dgm:pt modelId="{EB76CF9F-E61A-4CAC-B0EE-32ACF8CD071D}" type="sibTrans" cxnId="{E5F89A74-E59D-47FE-A2D4-35D476832921}">
      <dgm:prSet/>
      <dgm:spPr/>
      <dgm:t>
        <a:bodyPr/>
        <a:lstStyle/>
        <a:p>
          <a:endParaRPr lang="pt-BR"/>
        </a:p>
      </dgm:t>
    </dgm:pt>
    <dgm:pt modelId="{8B223968-88BE-4AD6-B402-D590A27A41A3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Desvio Padrão</a:t>
          </a:r>
        </a:p>
      </dgm:t>
    </dgm:pt>
    <dgm:pt modelId="{CF6B8C4C-3F0F-407F-BF1C-BA78DBB682F0}" type="parTrans" cxnId="{9536E46B-A838-4E6B-B53A-2657348BF8E4}">
      <dgm:prSet/>
      <dgm:spPr/>
      <dgm:t>
        <a:bodyPr/>
        <a:lstStyle/>
        <a:p>
          <a:endParaRPr lang="pt-BR"/>
        </a:p>
      </dgm:t>
    </dgm:pt>
    <dgm:pt modelId="{03A4053C-B052-43CF-BA91-A03B6B34F498}" type="sibTrans" cxnId="{9536E46B-A838-4E6B-B53A-2657348BF8E4}">
      <dgm:prSet/>
      <dgm:spPr/>
      <dgm:t>
        <a:bodyPr/>
        <a:lstStyle/>
        <a:p>
          <a:endParaRPr lang="pt-BR"/>
        </a:p>
      </dgm:t>
    </dgm:pt>
    <dgm:pt modelId="{862D66E1-6684-4AA3-82C8-3EEDFCA0D87A}">
      <dgm:prSet phldrT="[Texto]" custT="1"/>
      <dgm:spPr/>
      <dgm:t>
        <a:bodyPr/>
        <a:lstStyle/>
        <a:p>
          <a:pPr>
            <a:buNone/>
          </a:pPr>
          <a:r>
            <a:rPr lang="pt-BR" sz="1100" b="0" dirty="0"/>
            <a:t>Média</a:t>
          </a:r>
          <a:endParaRPr lang="pt-BR" sz="1100" dirty="0"/>
        </a:p>
      </dgm:t>
    </dgm:pt>
    <dgm:pt modelId="{CFD4A9B6-B5B6-45A3-B119-DD042C8D64AB}" type="parTrans" cxnId="{0A61DC07-022F-4F5D-9B6A-273267F59ADF}">
      <dgm:prSet/>
      <dgm:spPr/>
      <dgm:t>
        <a:bodyPr/>
        <a:lstStyle/>
        <a:p>
          <a:endParaRPr lang="pt-BR"/>
        </a:p>
      </dgm:t>
    </dgm:pt>
    <dgm:pt modelId="{67A541AD-CE47-4F30-A6A4-BC7CB05D2A2E}" type="sibTrans" cxnId="{0A61DC07-022F-4F5D-9B6A-273267F59ADF}">
      <dgm:prSet/>
      <dgm:spPr/>
      <dgm:t>
        <a:bodyPr/>
        <a:lstStyle/>
        <a:p>
          <a:endParaRPr lang="pt-BR"/>
        </a:p>
      </dgm:t>
    </dgm:pt>
    <dgm:pt modelId="{EBA92E9D-D636-4A52-A9D2-3A4874DC558F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Mínimo</a:t>
          </a:r>
        </a:p>
      </dgm:t>
    </dgm:pt>
    <dgm:pt modelId="{11F1C50F-3B2F-4ED5-95F6-B3BE1B63D4C2}" type="parTrans" cxnId="{59917526-33D6-4698-AB66-55E7650377CB}">
      <dgm:prSet/>
      <dgm:spPr/>
      <dgm:t>
        <a:bodyPr/>
        <a:lstStyle/>
        <a:p>
          <a:endParaRPr lang="pt-BR"/>
        </a:p>
      </dgm:t>
    </dgm:pt>
    <dgm:pt modelId="{3E32B340-8082-49B5-A4CE-22058DAA4327}" type="sibTrans" cxnId="{59917526-33D6-4698-AB66-55E7650377CB}">
      <dgm:prSet/>
      <dgm:spPr/>
      <dgm:t>
        <a:bodyPr/>
        <a:lstStyle/>
        <a:p>
          <a:endParaRPr lang="pt-BR"/>
        </a:p>
      </dgm:t>
    </dgm:pt>
    <dgm:pt modelId="{AE784E95-51F2-4476-BE4E-C68064BD6F3A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Máximo</a:t>
          </a:r>
        </a:p>
      </dgm:t>
    </dgm:pt>
    <dgm:pt modelId="{B6F0A0CC-4289-422F-B48B-2526EA8C3D06}" type="parTrans" cxnId="{49DA4325-2D86-4ADA-B899-7E8A6F341A3C}">
      <dgm:prSet/>
      <dgm:spPr/>
      <dgm:t>
        <a:bodyPr/>
        <a:lstStyle/>
        <a:p>
          <a:endParaRPr lang="pt-BR"/>
        </a:p>
      </dgm:t>
    </dgm:pt>
    <dgm:pt modelId="{A2BD9244-5163-4B80-8665-806BEDE9661C}" type="sibTrans" cxnId="{49DA4325-2D86-4ADA-B899-7E8A6F341A3C}">
      <dgm:prSet/>
      <dgm:spPr/>
      <dgm:t>
        <a:bodyPr/>
        <a:lstStyle/>
        <a:p>
          <a:endParaRPr lang="pt-BR"/>
        </a:p>
      </dgm:t>
    </dgm:pt>
    <dgm:pt modelId="{8318D21D-94C7-45B8-9750-4BD97F92F4D0}">
      <dgm:prSet phldrT="[Texto]" custT="1"/>
      <dgm:spPr/>
      <dgm:t>
        <a:bodyPr/>
        <a:lstStyle/>
        <a:p>
          <a:pPr>
            <a:buNone/>
          </a:pPr>
          <a:r>
            <a:rPr lang="pt-BR" sz="1100" dirty="0"/>
            <a:t>Desvio Padrão</a:t>
          </a:r>
        </a:p>
      </dgm:t>
    </dgm:pt>
    <dgm:pt modelId="{5761AB45-8D39-46CE-BC79-FBF17E181F5A}" type="parTrans" cxnId="{7D709955-257B-4118-9713-4CB542B02A6D}">
      <dgm:prSet/>
      <dgm:spPr/>
      <dgm:t>
        <a:bodyPr/>
        <a:lstStyle/>
        <a:p>
          <a:endParaRPr lang="pt-BR"/>
        </a:p>
      </dgm:t>
    </dgm:pt>
    <dgm:pt modelId="{8609A0B5-5B0F-4CEF-94C1-1C951137E4B4}" type="sibTrans" cxnId="{7D709955-257B-4118-9713-4CB542B02A6D}">
      <dgm:prSet/>
      <dgm:spPr/>
      <dgm:t>
        <a:bodyPr/>
        <a:lstStyle/>
        <a:p>
          <a:endParaRPr lang="pt-BR"/>
        </a:p>
      </dgm:t>
    </dgm:pt>
    <dgm:pt modelId="{94AA074C-99CC-47ED-871A-C89E7437360A}">
      <dgm:prSet phldrT="[Texto]"/>
      <dgm:spPr/>
      <dgm:t>
        <a:bodyPr/>
        <a:lstStyle/>
        <a:p>
          <a:pPr>
            <a:buNone/>
          </a:pPr>
          <a:r>
            <a:rPr lang="pt-BR" b="0" i="0" dirty="0"/>
            <a:t>Setting1</a:t>
          </a:r>
          <a:endParaRPr lang="pt-BR" dirty="0"/>
        </a:p>
      </dgm:t>
    </dgm:pt>
    <dgm:pt modelId="{34C1795C-7096-48C4-946C-85724587375E}" type="parTrans" cxnId="{ABFA7A26-B5F5-42A8-A6B5-E6D85319304C}">
      <dgm:prSet/>
      <dgm:spPr/>
      <dgm:t>
        <a:bodyPr/>
        <a:lstStyle/>
        <a:p>
          <a:endParaRPr lang="pt-BR"/>
        </a:p>
      </dgm:t>
    </dgm:pt>
    <dgm:pt modelId="{9EBEEB61-BAA4-492B-B520-311811BB2269}" type="sibTrans" cxnId="{ABFA7A26-B5F5-42A8-A6B5-E6D85319304C}">
      <dgm:prSet/>
      <dgm:spPr/>
      <dgm:t>
        <a:bodyPr/>
        <a:lstStyle/>
        <a:p>
          <a:endParaRPr lang="pt-BR"/>
        </a:p>
      </dgm:t>
    </dgm:pt>
    <dgm:pt modelId="{AB16674C-6324-4DD1-BC85-0B776CE7DF9E}">
      <dgm:prSet phldrT="[Texto]"/>
      <dgm:spPr/>
      <dgm:t>
        <a:bodyPr/>
        <a:lstStyle/>
        <a:p>
          <a:pPr>
            <a:buNone/>
          </a:pPr>
          <a:r>
            <a:rPr lang="pt-BR" dirty="0"/>
            <a:t>...</a:t>
          </a:r>
        </a:p>
      </dgm:t>
    </dgm:pt>
    <dgm:pt modelId="{28EE5D22-072C-4BE9-B161-598457C2C685}" type="parTrans" cxnId="{A84129B8-9759-4C81-87A2-B56FE551036A}">
      <dgm:prSet/>
      <dgm:spPr/>
      <dgm:t>
        <a:bodyPr/>
        <a:lstStyle/>
        <a:p>
          <a:endParaRPr lang="pt-BR"/>
        </a:p>
      </dgm:t>
    </dgm:pt>
    <dgm:pt modelId="{095ABA95-F463-456E-B414-98AE65DA1D5D}" type="sibTrans" cxnId="{A84129B8-9759-4C81-87A2-B56FE551036A}">
      <dgm:prSet/>
      <dgm:spPr/>
      <dgm:t>
        <a:bodyPr/>
        <a:lstStyle/>
        <a:p>
          <a:endParaRPr lang="pt-BR"/>
        </a:p>
      </dgm:t>
    </dgm:pt>
    <dgm:pt modelId="{35572622-5890-4107-8C3F-CA9D4E83B09B}">
      <dgm:prSet phldrT="[Texto]"/>
      <dgm:spPr/>
      <dgm:t>
        <a:bodyPr/>
        <a:lstStyle/>
        <a:p>
          <a:pPr>
            <a:buNone/>
          </a:pPr>
          <a:r>
            <a:rPr lang="pt-BR"/>
            <a:t>...</a:t>
          </a:r>
          <a:endParaRPr lang="pt-BR" dirty="0"/>
        </a:p>
      </dgm:t>
    </dgm:pt>
    <dgm:pt modelId="{1EE8E37C-3718-44F2-8494-12CD8B898303}" type="parTrans" cxnId="{BEC49EDC-BC8B-4311-AC9D-FE05259C872B}">
      <dgm:prSet/>
      <dgm:spPr/>
      <dgm:t>
        <a:bodyPr/>
        <a:lstStyle/>
        <a:p>
          <a:endParaRPr lang="pt-BR"/>
        </a:p>
      </dgm:t>
    </dgm:pt>
    <dgm:pt modelId="{2EF9AB79-EE3B-46FD-B605-90C81DD4F42F}" type="sibTrans" cxnId="{BEC49EDC-BC8B-4311-AC9D-FE05259C872B}">
      <dgm:prSet/>
      <dgm:spPr/>
      <dgm:t>
        <a:bodyPr/>
        <a:lstStyle/>
        <a:p>
          <a:endParaRPr lang="pt-BR"/>
        </a:p>
      </dgm:t>
    </dgm:pt>
    <dgm:pt modelId="{20AD1F24-8DD4-4695-9494-2B80D9F1016F}" type="pres">
      <dgm:prSet presAssocID="{173431C3-C7C8-4E11-A307-4BC06A6793C3}" presName="linearFlow" presStyleCnt="0">
        <dgm:presLayoutVars>
          <dgm:dir/>
          <dgm:animLvl val="lvl"/>
          <dgm:resizeHandles val="exact"/>
        </dgm:presLayoutVars>
      </dgm:prSet>
      <dgm:spPr/>
    </dgm:pt>
    <dgm:pt modelId="{E3CA9947-3636-4A92-99D4-6F0C2AD34E86}" type="pres">
      <dgm:prSet presAssocID="{43A91111-A072-426F-A134-8867577567CE}" presName="composite" presStyleCnt="0"/>
      <dgm:spPr/>
    </dgm:pt>
    <dgm:pt modelId="{4087A91D-4BFA-4BB8-92BC-35207A248EEC}" type="pres">
      <dgm:prSet presAssocID="{43A91111-A072-426F-A134-8867577567CE}" presName="par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D61FBCFF-25B6-4899-93E6-6E6A7C1AE50C}" type="pres">
      <dgm:prSet presAssocID="{43A91111-A072-426F-A134-8867577567CE}" presName="parSh" presStyleLbl="node1" presStyleIdx="0" presStyleCnt="7"/>
      <dgm:spPr/>
    </dgm:pt>
    <dgm:pt modelId="{4AE4E707-6198-4E26-A79E-1AC54664DEFA}" type="pres">
      <dgm:prSet presAssocID="{43A91111-A072-426F-A134-8867577567CE}" presName="desTx" presStyleLbl="fgAcc1" presStyleIdx="0" presStyleCnt="7">
        <dgm:presLayoutVars>
          <dgm:bulletEnabled val="1"/>
        </dgm:presLayoutVars>
      </dgm:prSet>
      <dgm:spPr/>
    </dgm:pt>
    <dgm:pt modelId="{C0D5DE63-F956-459F-8899-F385A24D44E8}" type="pres">
      <dgm:prSet presAssocID="{BDB50754-FCBD-4C20-8735-16C78F2C2C94}" presName="sibTrans" presStyleLbl="sibTrans2D1" presStyleIdx="0" presStyleCnt="6"/>
      <dgm:spPr/>
    </dgm:pt>
    <dgm:pt modelId="{8CE0B380-5DC4-4F7A-8EDC-BDF2849A4BC7}" type="pres">
      <dgm:prSet presAssocID="{BDB50754-FCBD-4C20-8735-16C78F2C2C94}" presName="connTx" presStyleLbl="sibTrans2D1" presStyleIdx="0" presStyleCnt="6"/>
      <dgm:spPr/>
    </dgm:pt>
    <dgm:pt modelId="{497E9E3D-C8FE-4859-8ECD-C4FD56421D85}" type="pres">
      <dgm:prSet presAssocID="{94AA074C-99CC-47ED-871A-C89E7437360A}" presName="composite" presStyleCnt="0"/>
      <dgm:spPr/>
    </dgm:pt>
    <dgm:pt modelId="{D41E4234-E27B-491F-812E-92516F1C0B8A}" type="pres">
      <dgm:prSet presAssocID="{94AA074C-99CC-47ED-871A-C89E7437360A}" presName="par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B09497CD-1B48-4E7D-8ED6-6906C8CB788D}" type="pres">
      <dgm:prSet presAssocID="{94AA074C-99CC-47ED-871A-C89E7437360A}" presName="parSh" presStyleLbl="node1" presStyleIdx="1" presStyleCnt="7"/>
      <dgm:spPr/>
    </dgm:pt>
    <dgm:pt modelId="{B1335990-EB2B-4240-AEB5-160EEC162F90}" type="pres">
      <dgm:prSet presAssocID="{94AA074C-99CC-47ED-871A-C89E7437360A}" presName="desTx" presStyleLbl="fgAcc1" presStyleIdx="1" presStyleCnt="7">
        <dgm:presLayoutVars>
          <dgm:bulletEnabled val="1"/>
        </dgm:presLayoutVars>
      </dgm:prSet>
      <dgm:spPr/>
    </dgm:pt>
    <dgm:pt modelId="{4EC3FF00-1755-4237-B92E-20ADD3CC2CCF}" type="pres">
      <dgm:prSet presAssocID="{9EBEEB61-BAA4-492B-B520-311811BB2269}" presName="sibTrans" presStyleLbl="sibTrans2D1" presStyleIdx="1" presStyleCnt="6"/>
      <dgm:spPr/>
    </dgm:pt>
    <dgm:pt modelId="{8D368C74-3CED-4784-AB1D-822375034488}" type="pres">
      <dgm:prSet presAssocID="{9EBEEB61-BAA4-492B-B520-311811BB2269}" presName="connTx" presStyleLbl="sibTrans2D1" presStyleIdx="1" presStyleCnt="6"/>
      <dgm:spPr/>
    </dgm:pt>
    <dgm:pt modelId="{AA797D14-47DA-4B24-AB03-424DBC35E79E}" type="pres">
      <dgm:prSet presAssocID="{00451AB4-888A-4211-8B7C-15E5BD4424DD}" presName="composite" presStyleCnt="0"/>
      <dgm:spPr/>
    </dgm:pt>
    <dgm:pt modelId="{061234D5-13F6-4422-9BDC-50B564E222F9}" type="pres">
      <dgm:prSet presAssocID="{00451AB4-888A-4211-8B7C-15E5BD4424DD}" presName="par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67EFC139-3E71-4D26-AA8F-71DA9FF9C68A}" type="pres">
      <dgm:prSet presAssocID="{00451AB4-888A-4211-8B7C-15E5BD4424DD}" presName="parSh" presStyleLbl="node1" presStyleIdx="2" presStyleCnt="7"/>
      <dgm:spPr/>
    </dgm:pt>
    <dgm:pt modelId="{DEAB463C-DAF1-4EEA-A7DA-740A9501697C}" type="pres">
      <dgm:prSet presAssocID="{00451AB4-888A-4211-8B7C-15E5BD4424DD}" presName="desTx" presStyleLbl="fgAcc1" presStyleIdx="2" presStyleCnt="7">
        <dgm:presLayoutVars>
          <dgm:bulletEnabled val="1"/>
        </dgm:presLayoutVars>
      </dgm:prSet>
      <dgm:spPr/>
    </dgm:pt>
    <dgm:pt modelId="{8D9BCC77-D35E-452D-A546-F03BFEB5945C}" type="pres">
      <dgm:prSet presAssocID="{9D2CA2FE-FA90-4CD5-9C30-8D893851861F}" presName="sibTrans" presStyleLbl="sibTrans2D1" presStyleIdx="2" presStyleCnt="6"/>
      <dgm:spPr/>
    </dgm:pt>
    <dgm:pt modelId="{7157F2CE-B881-434F-95BC-F91F9814C142}" type="pres">
      <dgm:prSet presAssocID="{9D2CA2FE-FA90-4CD5-9C30-8D893851861F}" presName="connTx" presStyleLbl="sibTrans2D1" presStyleIdx="2" presStyleCnt="6"/>
      <dgm:spPr/>
    </dgm:pt>
    <dgm:pt modelId="{4C0D4EE0-8F78-471D-8F52-2DB9EAF22B61}" type="pres">
      <dgm:prSet presAssocID="{99C32D85-B7CC-48BE-8F25-F9279A22975D}" presName="composite" presStyleCnt="0"/>
      <dgm:spPr/>
    </dgm:pt>
    <dgm:pt modelId="{6F960ED8-B962-428A-A12B-BDF18A9CFE82}" type="pres">
      <dgm:prSet presAssocID="{99C32D85-B7CC-48BE-8F25-F9279A22975D}" presName="par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FFF492EC-2E03-4EB4-81D9-EFBD7F7999BB}" type="pres">
      <dgm:prSet presAssocID="{99C32D85-B7CC-48BE-8F25-F9279A22975D}" presName="parSh" presStyleLbl="node1" presStyleIdx="3" presStyleCnt="7"/>
      <dgm:spPr/>
    </dgm:pt>
    <dgm:pt modelId="{B6F3CAAA-C60A-4437-B7FE-0AEE5D229E25}" type="pres">
      <dgm:prSet presAssocID="{99C32D85-B7CC-48BE-8F25-F9279A22975D}" presName="desTx" presStyleLbl="fgAcc1" presStyleIdx="3" presStyleCnt="7">
        <dgm:presLayoutVars>
          <dgm:bulletEnabled val="1"/>
        </dgm:presLayoutVars>
      </dgm:prSet>
      <dgm:spPr/>
    </dgm:pt>
    <dgm:pt modelId="{FED10953-A343-49E4-B882-AD6CACBC154D}" type="pres">
      <dgm:prSet presAssocID="{F07D77E4-0AE5-4A21-B6E8-5DB9CF6FC67C}" presName="sibTrans" presStyleLbl="sibTrans2D1" presStyleIdx="3" presStyleCnt="6"/>
      <dgm:spPr/>
    </dgm:pt>
    <dgm:pt modelId="{4BCBCE09-86A0-4713-9CD8-9EA5BDC2B24B}" type="pres">
      <dgm:prSet presAssocID="{F07D77E4-0AE5-4A21-B6E8-5DB9CF6FC67C}" presName="connTx" presStyleLbl="sibTrans2D1" presStyleIdx="3" presStyleCnt="6"/>
      <dgm:spPr/>
    </dgm:pt>
    <dgm:pt modelId="{5A570FAE-0A18-4C73-A666-821B790C72B6}" type="pres">
      <dgm:prSet presAssocID="{5B8EFD93-3143-48FC-81F6-4CDEF42A64C9}" presName="composite" presStyleCnt="0"/>
      <dgm:spPr/>
    </dgm:pt>
    <dgm:pt modelId="{266F7221-4979-4B67-B38B-4C828E64DC69}" type="pres">
      <dgm:prSet presAssocID="{5B8EFD93-3143-48FC-81F6-4CDEF42A64C9}" presName="par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C8F43EC-AAB4-4794-ACC5-D1E5A4769CBB}" type="pres">
      <dgm:prSet presAssocID="{5B8EFD93-3143-48FC-81F6-4CDEF42A64C9}" presName="parSh" presStyleLbl="node1" presStyleIdx="4" presStyleCnt="7"/>
      <dgm:spPr/>
    </dgm:pt>
    <dgm:pt modelId="{FE8B2B5D-AB3F-466A-BB07-6F2C4D88A829}" type="pres">
      <dgm:prSet presAssocID="{5B8EFD93-3143-48FC-81F6-4CDEF42A64C9}" presName="desTx" presStyleLbl="fgAcc1" presStyleIdx="4" presStyleCnt="7">
        <dgm:presLayoutVars>
          <dgm:bulletEnabled val="1"/>
        </dgm:presLayoutVars>
      </dgm:prSet>
      <dgm:spPr/>
    </dgm:pt>
    <dgm:pt modelId="{4B3607E6-978C-4320-8745-9D2BE5D519F2}" type="pres">
      <dgm:prSet presAssocID="{9264B392-1EC0-4C19-9C90-804C7BC2990B}" presName="sibTrans" presStyleLbl="sibTrans2D1" presStyleIdx="4" presStyleCnt="6"/>
      <dgm:spPr/>
    </dgm:pt>
    <dgm:pt modelId="{EE8B4CDD-6547-4B39-A793-977FB3B936BE}" type="pres">
      <dgm:prSet presAssocID="{9264B392-1EC0-4C19-9C90-804C7BC2990B}" presName="connTx" presStyleLbl="sibTrans2D1" presStyleIdx="4" presStyleCnt="6"/>
      <dgm:spPr/>
    </dgm:pt>
    <dgm:pt modelId="{1F26A889-36F7-44DB-B154-AEA63790B5C6}" type="pres">
      <dgm:prSet presAssocID="{AB16674C-6324-4DD1-BC85-0B776CE7DF9E}" presName="composite" presStyleCnt="0"/>
      <dgm:spPr/>
    </dgm:pt>
    <dgm:pt modelId="{A270379D-F73B-46AF-8CC7-92726154BCCF}" type="pres">
      <dgm:prSet presAssocID="{AB16674C-6324-4DD1-BC85-0B776CE7DF9E}" presName="par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FD50F42-C66E-4032-B50A-3BC0487381BA}" type="pres">
      <dgm:prSet presAssocID="{AB16674C-6324-4DD1-BC85-0B776CE7DF9E}" presName="parSh" presStyleLbl="node1" presStyleIdx="5" presStyleCnt="7"/>
      <dgm:spPr/>
    </dgm:pt>
    <dgm:pt modelId="{E4F911AE-0651-4ECF-8180-8786C1124747}" type="pres">
      <dgm:prSet presAssocID="{AB16674C-6324-4DD1-BC85-0B776CE7DF9E}" presName="desTx" presStyleLbl="fgAcc1" presStyleIdx="5" presStyleCnt="7">
        <dgm:presLayoutVars>
          <dgm:bulletEnabled val="1"/>
        </dgm:presLayoutVars>
      </dgm:prSet>
      <dgm:spPr/>
    </dgm:pt>
    <dgm:pt modelId="{A264279D-5CE4-4A39-ABC5-C267CD988617}" type="pres">
      <dgm:prSet presAssocID="{095ABA95-F463-456E-B414-98AE65DA1D5D}" presName="sibTrans" presStyleLbl="sibTrans2D1" presStyleIdx="5" presStyleCnt="6"/>
      <dgm:spPr/>
    </dgm:pt>
    <dgm:pt modelId="{AB601456-A452-4E9F-933F-2EB342B4B6AE}" type="pres">
      <dgm:prSet presAssocID="{095ABA95-F463-456E-B414-98AE65DA1D5D}" presName="connTx" presStyleLbl="sibTrans2D1" presStyleIdx="5" presStyleCnt="6"/>
      <dgm:spPr/>
    </dgm:pt>
    <dgm:pt modelId="{D62C4D13-B8FD-4225-AAFA-236F36348808}" type="pres">
      <dgm:prSet presAssocID="{3AFF252E-A5E1-4B03-936F-B01F061F857B}" presName="composite" presStyleCnt="0"/>
      <dgm:spPr/>
    </dgm:pt>
    <dgm:pt modelId="{1D83EFF1-05FA-4BF9-B7FE-7CC7F8B73B89}" type="pres">
      <dgm:prSet presAssocID="{3AFF252E-A5E1-4B03-936F-B01F061F857B}" presName="par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2A4915F8-E941-4EB0-BD00-655C6E486DA1}" type="pres">
      <dgm:prSet presAssocID="{3AFF252E-A5E1-4B03-936F-B01F061F857B}" presName="parSh" presStyleLbl="node1" presStyleIdx="6" presStyleCnt="7"/>
      <dgm:spPr/>
    </dgm:pt>
    <dgm:pt modelId="{233E8573-BD28-4C8B-A647-1DF3C27CE77A}" type="pres">
      <dgm:prSet presAssocID="{3AFF252E-A5E1-4B03-936F-B01F061F857B}" presName="desTx" presStyleLbl="fgAcc1" presStyleIdx="6" presStyleCnt="7">
        <dgm:presLayoutVars>
          <dgm:bulletEnabled val="1"/>
        </dgm:presLayoutVars>
      </dgm:prSet>
      <dgm:spPr/>
    </dgm:pt>
  </dgm:ptLst>
  <dgm:cxnLst>
    <dgm:cxn modelId="{0A61DC07-022F-4F5D-9B6A-273267F59ADF}" srcId="{3AFF252E-A5E1-4B03-936F-B01F061F857B}" destId="{862D66E1-6684-4AA3-82C8-3EEDFCA0D87A}" srcOrd="0" destOrd="0" parTransId="{CFD4A9B6-B5B6-45A3-B119-DD042C8D64AB}" sibTransId="{67A541AD-CE47-4F30-A6A4-BC7CB05D2A2E}"/>
    <dgm:cxn modelId="{C5079A0E-83EB-4084-A1F7-FEAAAACE4284}" srcId="{173431C3-C7C8-4E11-A307-4BC06A6793C3}" destId="{43A91111-A072-426F-A134-8867577567CE}" srcOrd="0" destOrd="0" parTransId="{479EDE8B-E0DA-4C6B-9613-849894B2E8C4}" sibTransId="{BDB50754-FCBD-4C20-8735-16C78F2C2C94}"/>
    <dgm:cxn modelId="{914C8715-A1CA-4867-892F-232367CBEDE5}" type="presOf" srcId="{F92065FA-3384-4F10-9F56-F243399152A8}" destId="{B6F3CAAA-C60A-4437-B7FE-0AEE5D229E25}" srcOrd="0" destOrd="2" presId="urn:microsoft.com/office/officeart/2005/8/layout/process3"/>
    <dgm:cxn modelId="{BD88D61A-7B46-4E1A-A78B-CF913B46E1C3}" type="presOf" srcId="{30F5BFC2-28D2-4744-B888-29847B7751E3}" destId="{DEAB463C-DAF1-4EEA-A7DA-740A9501697C}" srcOrd="0" destOrd="0" presId="urn:microsoft.com/office/officeart/2005/8/layout/process3"/>
    <dgm:cxn modelId="{9C00291F-8265-493E-86C4-F90AA0E6A7D3}" type="presOf" srcId="{749E79EA-AC1A-4368-8D59-2A017A30FE33}" destId="{B6F3CAAA-C60A-4437-B7FE-0AEE5D229E25}" srcOrd="0" destOrd="0" presId="urn:microsoft.com/office/officeart/2005/8/layout/process3"/>
    <dgm:cxn modelId="{49DA4325-2D86-4ADA-B899-7E8A6F341A3C}" srcId="{3AFF252E-A5E1-4B03-936F-B01F061F857B}" destId="{AE784E95-51F2-4476-BE4E-C68064BD6F3A}" srcOrd="2" destOrd="0" parTransId="{B6F0A0CC-4289-422F-B48B-2526EA8C3D06}" sibTransId="{A2BD9244-5163-4B80-8665-806BEDE9661C}"/>
    <dgm:cxn modelId="{59917526-33D6-4698-AB66-55E7650377CB}" srcId="{3AFF252E-A5E1-4B03-936F-B01F061F857B}" destId="{EBA92E9D-D636-4A52-A9D2-3A4874DC558F}" srcOrd="1" destOrd="0" parTransId="{11F1C50F-3B2F-4ED5-95F6-B3BE1B63D4C2}" sibTransId="{3E32B340-8082-49B5-A4CE-22058DAA4327}"/>
    <dgm:cxn modelId="{ABFA7A26-B5F5-42A8-A6B5-E6D85319304C}" srcId="{173431C3-C7C8-4E11-A307-4BC06A6793C3}" destId="{94AA074C-99CC-47ED-871A-C89E7437360A}" srcOrd="1" destOrd="0" parTransId="{34C1795C-7096-48C4-946C-85724587375E}" sibTransId="{9EBEEB61-BAA4-492B-B520-311811BB2269}"/>
    <dgm:cxn modelId="{8AF74C2B-C376-48D3-B498-FD5FF57DFCA9}" type="presOf" srcId="{93B25827-A360-4F53-AEFD-F73122B4A5A1}" destId="{B1335990-EB2B-4240-AEB5-160EEC162F90}" srcOrd="0" destOrd="0" presId="urn:microsoft.com/office/officeart/2005/8/layout/process3"/>
    <dgm:cxn modelId="{AB39C630-E341-4058-986A-B131FAFC91FA}" srcId="{173431C3-C7C8-4E11-A307-4BC06A6793C3}" destId="{3AFF252E-A5E1-4B03-936F-B01F061F857B}" srcOrd="6" destOrd="0" parTransId="{CD6CB8F1-C9AF-4C5D-94E7-106AF695BD6F}" sibTransId="{1BB88ED4-ABB4-4349-99D9-F8BB9A690A2B}"/>
    <dgm:cxn modelId="{1F9C4333-772A-4643-897C-343075255D66}" type="presOf" srcId="{AE784E95-51F2-4476-BE4E-C68064BD6F3A}" destId="{233E8573-BD28-4C8B-A647-1DF3C27CE77A}" srcOrd="0" destOrd="2" presId="urn:microsoft.com/office/officeart/2005/8/layout/process3"/>
    <dgm:cxn modelId="{9D343A34-48C6-4554-AF4D-E9C1C7EB9F99}" type="presOf" srcId="{9EBEEB61-BAA4-492B-B520-311811BB2269}" destId="{8D368C74-3CED-4784-AB1D-822375034488}" srcOrd="1" destOrd="0" presId="urn:microsoft.com/office/officeart/2005/8/layout/process3"/>
    <dgm:cxn modelId="{D7B61C36-D198-4D81-91BB-032969CE1D4F}" type="presOf" srcId="{6CB051F2-577B-4C13-A508-602573EE32D3}" destId="{DEAB463C-DAF1-4EEA-A7DA-740A9501697C}" srcOrd="0" destOrd="1" presId="urn:microsoft.com/office/officeart/2005/8/layout/process3"/>
    <dgm:cxn modelId="{0A002C37-1AB4-4B0B-B955-042738A9C9E4}" type="presOf" srcId="{095ABA95-F463-456E-B414-98AE65DA1D5D}" destId="{AB601456-A452-4E9F-933F-2EB342B4B6AE}" srcOrd="1" destOrd="0" presId="urn:microsoft.com/office/officeart/2005/8/layout/process3"/>
    <dgm:cxn modelId="{F91ADF40-B547-49E4-AB28-F67CE64E516E}" type="presOf" srcId="{86D6B2C6-BE9E-4D22-8703-46EE00BFB750}" destId="{FE8B2B5D-AB3F-466A-BB07-6F2C4D88A829}" srcOrd="0" destOrd="0" presId="urn:microsoft.com/office/officeart/2005/8/layout/process3"/>
    <dgm:cxn modelId="{0C609A5C-7A5B-4AE7-8A3A-3D83FD7FE532}" srcId="{99C32D85-B7CC-48BE-8F25-F9279A22975D}" destId="{F92065FA-3384-4F10-9F56-F243399152A8}" srcOrd="2" destOrd="0" parTransId="{EA0611C3-5CF2-4585-A18A-985152C3BFC5}" sibTransId="{B7EE967F-C780-4EB7-879E-4B2663F5A77E}"/>
    <dgm:cxn modelId="{D3CFA141-F132-40D8-B2A4-E65A0EE75DD5}" type="presOf" srcId="{00451AB4-888A-4211-8B7C-15E5BD4424DD}" destId="{061234D5-13F6-4422-9BDC-50B564E222F9}" srcOrd="0" destOrd="0" presId="urn:microsoft.com/office/officeart/2005/8/layout/process3"/>
    <dgm:cxn modelId="{C3B65A66-A707-4FA5-9FB5-62A3300DBDBF}" srcId="{173431C3-C7C8-4E11-A307-4BC06A6793C3}" destId="{5B8EFD93-3143-48FC-81F6-4CDEF42A64C9}" srcOrd="4" destOrd="0" parTransId="{0B611605-5239-4A16-8AC4-FACD0A101964}" sibTransId="{9264B392-1EC0-4C19-9C90-804C7BC2990B}"/>
    <dgm:cxn modelId="{8F8ADE67-1A5B-4857-AD55-E134FD84E20E}" type="presOf" srcId="{095ABA95-F463-456E-B414-98AE65DA1D5D}" destId="{A264279D-5CE4-4A39-ABC5-C267CD988617}" srcOrd="0" destOrd="0" presId="urn:microsoft.com/office/officeart/2005/8/layout/process3"/>
    <dgm:cxn modelId="{C4446348-A5A0-455D-93DA-4C1E8356E9C2}" type="presOf" srcId="{9D2CA2FE-FA90-4CD5-9C30-8D893851861F}" destId="{7157F2CE-B881-434F-95BC-F91F9814C142}" srcOrd="1" destOrd="0" presId="urn:microsoft.com/office/officeart/2005/8/layout/process3"/>
    <dgm:cxn modelId="{E1078F4A-68A6-48AB-A311-7043CFEA45AA}" srcId="{00451AB4-888A-4211-8B7C-15E5BD4424DD}" destId="{30F5BFC2-28D2-4744-B888-29847B7751E3}" srcOrd="0" destOrd="0" parTransId="{50AFDAA9-7243-4528-9FF4-8116B961C537}" sibTransId="{FE4C3B0A-1ECE-4C65-BD9E-3C08BED0FF74}"/>
    <dgm:cxn modelId="{9536E46B-A838-4E6B-B53A-2657348BF8E4}" srcId="{5B8EFD93-3143-48FC-81F6-4CDEF42A64C9}" destId="{8B223968-88BE-4AD6-B402-D590A27A41A3}" srcOrd="3" destOrd="0" parTransId="{CF6B8C4C-3F0F-407F-BF1C-BA78DBB682F0}" sibTransId="{03A4053C-B052-43CF-BA91-A03B6B34F498}"/>
    <dgm:cxn modelId="{D910FB4B-695D-4697-B29A-4FD59AD13737}" type="presOf" srcId="{9EBEEB61-BAA4-492B-B520-311811BB2269}" destId="{4EC3FF00-1755-4237-B92E-20ADD3CC2CCF}" srcOrd="0" destOrd="0" presId="urn:microsoft.com/office/officeart/2005/8/layout/process3"/>
    <dgm:cxn modelId="{50A8CF4C-2256-4095-9120-B9A1F0D879CF}" type="presOf" srcId="{35572622-5890-4107-8C3F-CA9D4E83B09B}" destId="{E4F911AE-0651-4ECF-8180-8786C1124747}" srcOrd="0" destOrd="0" presId="urn:microsoft.com/office/officeart/2005/8/layout/process3"/>
    <dgm:cxn modelId="{73B5244E-4D95-40FC-A812-8A98D513D976}" srcId="{94AA074C-99CC-47ED-871A-C89E7437360A}" destId="{EB4543B4-E150-4750-8D33-8A2BE047CE6A}" srcOrd="3" destOrd="0" parTransId="{20D33EAF-6DE2-4208-A4AC-A60B696FC789}" sibTransId="{0ED6EF0D-465E-46E7-9F5E-C637AE31938A}"/>
    <dgm:cxn modelId="{DEF3BD6F-661A-48BD-8E12-0A9C67539192}" type="presOf" srcId="{43A91111-A072-426F-A134-8867577567CE}" destId="{4087A91D-4BFA-4BB8-92BC-35207A248EEC}" srcOrd="0" destOrd="0" presId="urn:microsoft.com/office/officeart/2005/8/layout/process3"/>
    <dgm:cxn modelId="{F08CFE70-BDF9-440C-8B87-43C18D62DDA7}" srcId="{99C32D85-B7CC-48BE-8F25-F9279A22975D}" destId="{26C46A62-73B1-4B79-8AE2-72D7030336E1}" srcOrd="1" destOrd="0" parTransId="{0A745002-D4F7-4F59-9BF4-9ED1793AC38E}" sibTransId="{A8BA25A9-47DE-44ED-80CD-170303ECBC9A}"/>
    <dgm:cxn modelId="{CBDC7B52-DBBD-4DAE-98E3-22888A5DBBD0}" type="presOf" srcId="{9264B392-1EC0-4C19-9C90-804C7BC2990B}" destId="{EE8B4CDD-6547-4B39-A793-977FB3B936BE}" srcOrd="1" destOrd="0" presId="urn:microsoft.com/office/officeart/2005/8/layout/process3"/>
    <dgm:cxn modelId="{6FB6C953-C47F-401E-9F11-07FF86671601}" type="presOf" srcId="{26C46A62-73B1-4B79-8AE2-72D7030336E1}" destId="{B6F3CAAA-C60A-4437-B7FE-0AEE5D229E25}" srcOrd="0" destOrd="1" presId="urn:microsoft.com/office/officeart/2005/8/layout/process3"/>
    <dgm:cxn modelId="{02660654-0B47-472B-8238-6CF32F2CCB70}" type="presOf" srcId="{F07D77E4-0AE5-4A21-B6E8-5DB9CF6FC67C}" destId="{4BCBCE09-86A0-4713-9CD8-9EA5BDC2B24B}" srcOrd="1" destOrd="0" presId="urn:microsoft.com/office/officeart/2005/8/layout/process3"/>
    <dgm:cxn modelId="{DA107974-6F88-422E-B593-55CFD09E5CE8}" type="presOf" srcId="{3AFF252E-A5E1-4B03-936F-B01F061F857B}" destId="{1D83EFF1-05FA-4BF9-B7FE-7CC7F8B73B89}" srcOrd="0" destOrd="0" presId="urn:microsoft.com/office/officeart/2005/8/layout/process3"/>
    <dgm:cxn modelId="{E5F89A74-E59D-47FE-A2D4-35D476832921}" srcId="{5B8EFD93-3143-48FC-81F6-4CDEF42A64C9}" destId="{53D062B1-2BC7-4ADF-9BDE-50C86DA80ACB}" srcOrd="2" destOrd="0" parTransId="{4709277C-95AD-4551-B77D-3C28019D832C}" sibTransId="{EB76CF9F-E61A-4CAC-B0EE-32ACF8CD071D}"/>
    <dgm:cxn modelId="{D8BB7475-942F-42E0-96EB-5B6069D66B5B}" type="presOf" srcId="{173431C3-C7C8-4E11-A307-4BC06A6793C3}" destId="{20AD1F24-8DD4-4695-9494-2B80D9F1016F}" srcOrd="0" destOrd="0" presId="urn:microsoft.com/office/officeart/2005/8/layout/process3"/>
    <dgm:cxn modelId="{7D709955-257B-4118-9713-4CB542B02A6D}" srcId="{3AFF252E-A5E1-4B03-936F-B01F061F857B}" destId="{8318D21D-94C7-45B8-9750-4BD97F92F4D0}" srcOrd="3" destOrd="0" parTransId="{5761AB45-8D39-46CE-BC79-FBF17E181F5A}" sibTransId="{8609A0B5-5B0F-4CEF-94C1-1C951137E4B4}"/>
    <dgm:cxn modelId="{9B32C575-4886-400C-A2AC-221941D85782}" type="presOf" srcId="{99C32D85-B7CC-48BE-8F25-F9279A22975D}" destId="{FFF492EC-2E03-4EB4-81D9-EFBD7F7999BB}" srcOrd="1" destOrd="0" presId="urn:microsoft.com/office/officeart/2005/8/layout/process3"/>
    <dgm:cxn modelId="{3C448E57-685C-479D-A27F-4E208A9635FB}" srcId="{173431C3-C7C8-4E11-A307-4BC06A6793C3}" destId="{99C32D85-B7CC-48BE-8F25-F9279A22975D}" srcOrd="3" destOrd="0" parTransId="{34A494FA-D809-479E-AA37-29C2095D7CF3}" sibTransId="{F07D77E4-0AE5-4A21-B6E8-5DB9CF6FC67C}"/>
    <dgm:cxn modelId="{211F9B7F-9541-49B6-99E1-623EF90206A1}" type="presOf" srcId="{BDB50754-FCBD-4C20-8735-16C78F2C2C94}" destId="{8CE0B380-5DC4-4F7A-8EDC-BDF2849A4BC7}" srcOrd="1" destOrd="0" presId="urn:microsoft.com/office/officeart/2005/8/layout/process3"/>
    <dgm:cxn modelId="{74E49181-4644-4261-94FC-EB5EE9553B0E}" type="presOf" srcId="{99C32D85-B7CC-48BE-8F25-F9279A22975D}" destId="{6F960ED8-B962-428A-A12B-BDF18A9CFE82}" srcOrd="0" destOrd="0" presId="urn:microsoft.com/office/officeart/2005/8/layout/process3"/>
    <dgm:cxn modelId="{71CC7D84-0B01-4336-A6AE-8A917390699B}" type="presOf" srcId="{D224DD4B-1E2C-4B1B-BF02-5245A7C11E69}" destId="{DEAB463C-DAF1-4EEA-A7DA-740A9501697C}" srcOrd="0" destOrd="2" presId="urn:microsoft.com/office/officeart/2005/8/layout/process3"/>
    <dgm:cxn modelId="{53BF6A87-E348-46C2-A667-C319E675D394}" srcId="{5B8EFD93-3143-48FC-81F6-4CDEF42A64C9}" destId="{86D6B2C6-BE9E-4D22-8703-46EE00BFB750}" srcOrd="0" destOrd="0" parTransId="{80E5E8CD-513F-4345-81A6-12D70F949B3B}" sibTransId="{95EAE8AD-6322-469F-85E7-6554B204450C}"/>
    <dgm:cxn modelId="{CC700988-6710-4E32-95BB-7C15CCBAD9BA}" type="presOf" srcId="{94AA074C-99CC-47ED-871A-C89E7437360A}" destId="{D41E4234-E27B-491F-812E-92516F1C0B8A}" srcOrd="0" destOrd="0" presId="urn:microsoft.com/office/officeart/2005/8/layout/process3"/>
    <dgm:cxn modelId="{F0792989-39B0-4B17-AB3A-DDA3D06BDF43}" srcId="{00451AB4-888A-4211-8B7C-15E5BD4424DD}" destId="{D224DD4B-1E2C-4B1B-BF02-5245A7C11E69}" srcOrd="2" destOrd="0" parTransId="{329EB7F0-EFB4-4497-B1E9-272E18F112E0}" sibTransId="{8E5818DA-92F0-433B-A93B-73CD03A06264}"/>
    <dgm:cxn modelId="{273CC58B-2976-4D8F-B361-86F3C8C63401}" type="presOf" srcId="{AB16674C-6324-4DD1-BC85-0B776CE7DF9E}" destId="{8FD50F42-C66E-4032-B50A-3BC0487381BA}" srcOrd="1" destOrd="0" presId="urn:microsoft.com/office/officeart/2005/8/layout/process3"/>
    <dgm:cxn modelId="{C5D7B791-94FC-43EF-8D6B-7CD29B2B5870}" srcId="{99C32D85-B7CC-48BE-8F25-F9279A22975D}" destId="{637B3152-52F3-44F7-B54F-50E7421F583E}" srcOrd="3" destOrd="0" parTransId="{372106A2-76BD-47AA-93E9-FF40728169DA}" sibTransId="{285F6FFB-8A83-4853-8259-2C23D4659BB3}"/>
    <dgm:cxn modelId="{3CC83994-BBBC-4495-BDAD-9B5A7CAF524D}" srcId="{94AA074C-99CC-47ED-871A-C89E7437360A}" destId="{93B25827-A360-4F53-AEFD-F73122B4A5A1}" srcOrd="0" destOrd="0" parTransId="{18A86BB6-55A7-4E4F-BC55-8F782C76916E}" sibTransId="{4B5C4129-E2F3-4B5D-8A0F-CE3D8BAD4182}"/>
    <dgm:cxn modelId="{0E328499-04E4-4580-87A2-D4A4F2D9A807}" type="presOf" srcId="{862D66E1-6684-4AA3-82C8-3EEDFCA0D87A}" destId="{233E8573-BD28-4C8B-A647-1DF3C27CE77A}" srcOrd="0" destOrd="0" presId="urn:microsoft.com/office/officeart/2005/8/layout/process3"/>
    <dgm:cxn modelId="{154C3E9B-BA70-4816-AA9D-C29AFF7526FB}" type="presOf" srcId="{213959BE-3018-435F-A1B3-5D7967F5262F}" destId="{FE8B2B5D-AB3F-466A-BB07-6F2C4D88A829}" srcOrd="0" destOrd="1" presId="urn:microsoft.com/office/officeart/2005/8/layout/process3"/>
    <dgm:cxn modelId="{3ED16A9C-2135-46C5-A729-92E6118181B8}" type="presOf" srcId="{9D2CA2FE-FA90-4CD5-9C30-8D893851861F}" destId="{8D9BCC77-D35E-452D-A546-F03BFEB5945C}" srcOrd="0" destOrd="0" presId="urn:microsoft.com/office/officeart/2005/8/layout/process3"/>
    <dgm:cxn modelId="{CE9FAD9C-1B34-4340-9526-34BB73428569}" type="presOf" srcId="{EB4543B4-E150-4750-8D33-8A2BE047CE6A}" destId="{B1335990-EB2B-4240-AEB5-160EEC162F90}" srcOrd="0" destOrd="3" presId="urn:microsoft.com/office/officeart/2005/8/layout/process3"/>
    <dgm:cxn modelId="{BAF147A4-33F4-4315-B4DA-49782ED5AD08}" type="presOf" srcId="{5B8EFD93-3143-48FC-81F6-4CDEF42A64C9}" destId="{266F7221-4979-4B67-B38B-4C828E64DC69}" srcOrd="0" destOrd="0" presId="urn:microsoft.com/office/officeart/2005/8/layout/process3"/>
    <dgm:cxn modelId="{33FD50A5-19FE-4449-B1D6-E4DA249186C5}" srcId="{173431C3-C7C8-4E11-A307-4BC06A6793C3}" destId="{00451AB4-888A-4211-8B7C-15E5BD4424DD}" srcOrd="2" destOrd="0" parTransId="{257917B0-9F49-4C0A-BCC8-2C40C9E059EB}" sibTransId="{9D2CA2FE-FA90-4CD5-9C30-8D893851861F}"/>
    <dgm:cxn modelId="{36DA1AAA-F5B7-4AF9-A2BB-00BBE1686793}" srcId="{5B8EFD93-3143-48FC-81F6-4CDEF42A64C9}" destId="{213959BE-3018-435F-A1B3-5D7967F5262F}" srcOrd="1" destOrd="0" parTransId="{E7F2146A-7036-420D-BB5A-2A3209BC221D}" sibTransId="{641F0DFF-37FD-4387-B618-66F323466586}"/>
    <dgm:cxn modelId="{6021A5B3-F82F-48D2-BF86-AD868D57B53E}" type="presOf" srcId="{637B3152-52F3-44F7-B54F-50E7421F583E}" destId="{B6F3CAAA-C60A-4437-B7FE-0AEE5D229E25}" srcOrd="0" destOrd="3" presId="urn:microsoft.com/office/officeart/2005/8/layout/process3"/>
    <dgm:cxn modelId="{A84129B8-9759-4C81-87A2-B56FE551036A}" srcId="{173431C3-C7C8-4E11-A307-4BC06A6793C3}" destId="{AB16674C-6324-4DD1-BC85-0B776CE7DF9E}" srcOrd="5" destOrd="0" parTransId="{28EE5D22-072C-4BE9-B161-598457C2C685}" sibTransId="{095ABA95-F463-456E-B414-98AE65DA1D5D}"/>
    <dgm:cxn modelId="{07F638B8-56A3-4328-B5EB-6B6C564C029E}" srcId="{00451AB4-888A-4211-8B7C-15E5BD4424DD}" destId="{331A0D59-2317-45E1-AE38-23F6FF87A4AF}" srcOrd="3" destOrd="0" parTransId="{525724ED-8DA0-4B96-983B-F853F3895AF9}" sibTransId="{806B593C-16AB-4FA7-AE51-73D9067594AE}"/>
    <dgm:cxn modelId="{7E8FC1B8-BE17-4CF1-B5D3-E0D65BFBA05B}" type="presOf" srcId="{20B606D8-AE78-4408-B179-D8E85B2F295D}" destId="{B1335990-EB2B-4240-AEB5-160EEC162F90}" srcOrd="0" destOrd="2" presId="urn:microsoft.com/office/officeart/2005/8/layout/process3"/>
    <dgm:cxn modelId="{9376D5B9-A338-4E2C-9A9A-84E61C01F4E5}" type="presOf" srcId="{331A0D59-2317-45E1-AE38-23F6FF87A4AF}" destId="{DEAB463C-DAF1-4EEA-A7DA-740A9501697C}" srcOrd="0" destOrd="3" presId="urn:microsoft.com/office/officeart/2005/8/layout/process3"/>
    <dgm:cxn modelId="{FAE002BA-E961-45B8-A9A7-F593F5904392}" type="presOf" srcId="{9264B392-1EC0-4C19-9C90-804C7BC2990B}" destId="{4B3607E6-978C-4320-8745-9D2BE5D519F2}" srcOrd="0" destOrd="0" presId="urn:microsoft.com/office/officeart/2005/8/layout/process3"/>
    <dgm:cxn modelId="{6C70FFBA-DE0A-4153-83B5-14161549D98F}" type="presOf" srcId="{AB16674C-6324-4DD1-BC85-0B776CE7DF9E}" destId="{A270379D-F73B-46AF-8CC7-92726154BCCF}" srcOrd="0" destOrd="0" presId="urn:microsoft.com/office/officeart/2005/8/layout/process3"/>
    <dgm:cxn modelId="{B00B30BD-D6E0-4747-91A8-F71C738A1C05}" type="presOf" srcId="{00451AB4-888A-4211-8B7C-15E5BD4424DD}" destId="{67EFC139-3E71-4D26-AA8F-71DA9FF9C68A}" srcOrd="1" destOrd="0" presId="urn:microsoft.com/office/officeart/2005/8/layout/process3"/>
    <dgm:cxn modelId="{4CBCBABF-A82B-4918-B603-8E0C9F3A3767}" srcId="{94AA074C-99CC-47ED-871A-C89E7437360A}" destId="{3C18B389-EC99-4B49-A020-9FCE11638DF5}" srcOrd="1" destOrd="0" parTransId="{2DBFF54D-E689-494F-95FD-81BBDD61E95D}" sibTransId="{29CDE3A7-5761-44B3-B3F8-8D90F068CC5C}"/>
    <dgm:cxn modelId="{604AD8C2-169A-4D01-832C-026CD2A51C89}" type="presOf" srcId="{8318D21D-94C7-45B8-9750-4BD97F92F4D0}" destId="{233E8573-BD28-4C8B-A647-1DF3C27CE77A}" srcOrd="0" destOrd="3" presId="urn:microsoft.com/office/officeart/2005/8/layout/process3"/>
    <dgm:cxn modelId="{6026C4C3-F93E-4867-A2A0-64E9131DFCD5}" type="presOf" srcId="{94AA074C-99CC-47ED-871A-C89E7437360A}" destId="{B09497CD-1B48-4E7D-8ED6-6906C8CB788D}" srcOrd="1" destOrd="0" presId="urn:microsoft.com/office/officeart/2005/8/layout/process3"/>
    <dgm:cxn modelId="{FEBD4BCA-8C30-4BD8-82EC-AFA7CC7898A3}" type="presOf" srcId="{F07D77E4-0AE5-4A21-B6E8-5DB9CF6FC67C}" destId="{FED10953-A343-49E4-B882-AD6CACBC154D}" srcOrd="0" destOrd="0" presId="urn:microsoft.com/office/officeart/2005/8/layout/process3"/>
    <dgm:cxn modelId="{2983CCCD-A06C-4688-B4CB-DC5EDA800102}" type="presOf" srcId="{3C18B389-EC99-4B49-A020-9FCE11638DF5}" destId="{B1335990-EB2B-4240-AEB5-160EEC162F90}" srcOrd="0" destOrd="1" presId="urn:microsoft.com/office/officeart/2005/8/layout/process3"/>
    <dgm:cxn modelId="{74594DDC-BFE8-4699-9A32-FC6529143542}" srcId="{99C32D85-B7CC-48BE-8F25-F9279A22975D}" destId="{749E79EA-AC1A-4368-8D59-2A017A30FE33}" srcOrd="0" destOrd="0" parTransId="{1300C337-77FF-42BB-BAD9-EFA04D4EF704}" sibTransId="{B5D826F8-B1FE-43E5-8FCA-4082F03B0728}"/>
    <dgm:cxn modelId="{BEC49EDC-BC8B-4311-AC9D-FE05259C872B}" srcId="{AB16674C-6324-4DD1-BC85-0B776CE7DF9E}" destId="{35572622-5890-4107-8C3F-CA9D4E83B09B}" srcOrd="0" destOrd="0" parTransId="{1EE8E37C-3718-44F2-8494-12CD8B898303}" sibTransId="{2EF9AB79-EE3B-46FD-B605-90C81DD4F42F}"/>
    <dgm:cxn modelId="{A08E87DD-CB6D-4857-A016-DF9764AAD4E1}" type="presOf" srcId="{3AFF252E-A5E1-4B03-936F-B01F061F857B}" destId="{2A4915F8-E941-4EB0-BD00-655C6E486DA1}" srcOrd="1" destOrd="0" presId="urn:microsoft.com/office/officeart/2005/8/layout/process3"/>
    <dgm:cxn modelId="{157B82E0-70A1-4110-AB64-868217959161}" type="presOf" srcId="{8B223968-88BE-4AD6-B402-D590A27A41A3}" destId="{FE8B2B5D-AB3F-466A-BB07-6F2C4D88A829}" srcOrd="0" destOrd="3" presId="urn:microsoft.com/office/officeart/2005/8/layout/process3"/>
    <dgm:cxn modelId="{4B1480E6-2E0E-42CF-9A4E-56F79D0B4CBC}" type="presOf" srcId="{43A91111-A072-426F-A134-8867577567CE}" destId="{D61FBCFF-25B6-4899-93E6-6E6A7C1AE50C}" srcOrd="1" destOrd="0" presId="urn:microsoft.com/office/officeart/2005/8/layout/process3"/>
    <dgm:cxn modelId="{4311F7E9-F963-43B3-96BC-8AAD36DCBE09}" type="presOf" srcId="{EBA92E9D-D636-4A52-A9D2-3A4874DC558F}" destId="{233E8573-BD28-4C8B-A647-1DF3C27CE77A}" srcOrd="0" destOrd="1" presId="urn:microsoft.com/office/officeart/2005/8/layout/process3"/>
    <dgm:cxn modelId="{748116EC-7670-43DE-BDF3-8EDC084990C3}" srcId="{94AA074C-99CC-47ED-871A-C89E7437360A}" destId="{20B606D8-AE78-4408-B179-D8E85B2F295D}" srcOrd="2" destOrd="0" parTransId="{5726A7FB-3414-4B34-B55C-D4813FE2B9F8}" sibTransId="{9172FDAE-0E2B-4156-9DBA-4A08D3A4573F}"/>
    <dgm:cxn modelId="{7D1CEDED-0AF5-4D7A-945E-E469857DD6EA}" type="presOf" srcId="{5B8EFD93-3143-48FC-81F6-4CDEF42A64C9}" destId="{EC8F43EC-AAB4-4794-ACC5-D1E5A4769CBB}" srcOrd="1" destOrd="0" presId="urn:microsoft.com/office/officeart/2005/8/layout/process3"/>
    <dgm:cxn modelId="{8E4ACFF4-DC47-472F-A812-D31CB7E8AFD9}" type="presOf" srcId="{53D062B1-2BC7-4ADF-9BDE-50C86DA80ACB}" destId="{FE8B2B5D-AB3F-466A-BB07-6F2C4D88A829}" srcOrd="0" destOrd="2" presId="urn:microsoft.com/office/officeart/2005/8/layout/process3"/>
    <dgm:cxn modelId="{B4AF46FC-DFBC-41D4-91AA-2FDFA00FF16C}" srcId="{00451AB4-888A-4211-8B7C-15E5BD4424DD}" destId="{6CB051F2-577B-4C13-A508-602573EE32D3}" srcOrd="1" destOrd="0" parTransId="{3117EF30-90F1-4D53-9DD6-5E241F347D6B}" sibTransId="{6FEF4840-1B70-4004-BA1A-9F344607E069}"/>
    <dgm:cxn modelId="{2C5DABFE-A19D-426E-999C-920F9DC772FF}" type="presOf" srcId="{BDB50754-FCBD-4C20-8735-16C78F2C2C94}" destId="{C0D5DE63-F956-459F-8899-F385A24D44E8}" srcOrd="0" destOrd="0" presId="urn:microsoft.com/office/officeart/2005/8/layout/process3"/>
    <dgm:cxn modelId="{ACA22439-FC67-44EC-B019-385CBF0843D7}" type="presParOf" srcId="{20AD1F24-8DD4-4695-9494-2B80D9F1016F}" destId="{E3CA9947-3636-4A92-99D4-6F0C2AD34E86}" srcOrd="0" destOrd="0" presId="urn:microsoft.com/office/officeart/2005/8/layout/process3"/>
    <dgm:cxn modelId="{E2A4B5DF-8613-49CE-8D67-149A5D2E0456}" type="presParOf" srcId="{E3CA9947-3636-4A92-99D4-6F0C2AD34E86}" destId="{4087A91D-4BFA-4BB8-92BC-35207A248EEC}" srcOrd="0" destOrd="0" presId="urn:microsoft.com/office/officeart/2005/8/layout/process3"/>
    <dgm:cxn modelId="{449B08B4-ACF4-4E52-AE16-CF2FED8323FB}" type="presParOf" srcId="{E3CA9947-3636-4A92-99D4-6F0C2AD34E86}" destId="{D61FBCFF-25B6-4899-93E6-6E6A7C1AE50C}" srcOrd="1" destOrd="0" presId="urn:microsoft.com/office/officeart/2005/8/layout/process3"/>
    <dgm:cxn modelId="{AB871094-1127-4779-BB88-389458B2C86D}" type="presParOf" srcId="{E3CA9947-3636-4A92-99D4-6F0C2AD34E86}" destId="{4AE4E707-6198-4E26-A79E-1AC54664DEFA}" srcOrd="2" destOrd="0" presId="urn:microsoft.com/office/officeart/2005/8/layout/process3"/>
    <dgm:cxn modelId="{A08CF302-5438-4E55-81BE-31BF264A2EE2}" type="presParOf" srcId="{20AD1F24-8DD4-4695-9494-2B80D9F1016F}" destId="{C0D5DE63-F956-459F-8899-F385A24D44E8}" srcOrd="1" destOrd="0" presId="urn:microsoft.com/office/officeart/2005/8/layout/process3"/>
    <dgm:cxn modelId="{A0E67733-5B59-4DA6-9569-8068E713EE68}" type="presParOf" srcId="{C0D5DE63-F956-459F-8899-F385A24D44E8}" destId="{8CE0B380-5DC4-4F7A-8EDC-BDF2849A4BC7}" srcOrd="0" destOrd="0" presId="urn:microsoft.com/office/officeart/2005/8/layout/process3"/>
    <dgm:cxn modelId="{78744B70-F500-45D4-B88E-C2EF19813B24}" type="presParOf" srcId="{20AD1F24-8DD4-4695-9494-2B80D9F1016F}" destId="{497E9E3D-C8FE-4859-8ECD-C4FD56421D85}" srcOrd="2" destOrd="0" presId="urn:microsoft.com/office/officeart/2005/8/layout/process3"/>
    <dgm:cxn modelId="{D13448D6-C601-4E58-B3FF-7EF61DD6CDDA}" type="presParOf" srcId="{497E9E3D-C8FE-4859-8ECD-C4FD56421D85}" destId="{D41E4234-E27B-491F-812E-92516F1C0B8A}" srcOrd="0" destOrd="0" presId="urn:microsoft.com/office/officeart/2005/8/layout/process3"/>
    <dgm:cxn modelId="{9D6D7C23-D3BC-44E2-B88E-3E27DA0473EA}" type="presParOf" srcId="{497E9E3D-C8FE-4859-8ECD-C4FD56421D85}" destId="{B09497CD-1B48-4E7D-8ED6-6906C8CB788D}" srcOrd="1" destOrd="0" presId="urn:microsoft.com/office/officeart/2005/8/layout/process3"/>
    <dgm:cxn modelId="{DDE3ED30-F5B1-4843-AB28-FD2C60F1F66A}" type="presParOf" srcId="{497E9E3D-C8FE-4859-8ECD-C4FD56421D85}" destId="{B1335990-EB2B-4240-AEB5-160EEC162F90}" srcOrd="2" destOrd="0" presId="urn:microsoft.com/office/officeart/2005/8/layout/process3"/>
    <dgm:cxn modelId="{F2BD6CDE-9D3B-412D-881E-7942D90F227A}" type="presParOf" srcId="{20AD1F24-8DD4-4695-9494-2B80D9F1016F}" destId="{4EC3FF00-1755-4237-B92E-20ADD3CC2CCF}" srcOrd="3" destOrd="0" presId="urn:microsoft.com/office/officeart/2005/8/layout/process3"/>
    <dgm:cxn modelId="{F1C9C991-BBBD-40DE-94C8-7C7952045359}" type="presParOf" srcId="{4EC3FF00-1755-4237-B92E-20ADD3CC2CCF}" destId="{8D368C74-3CED-4784-AB1D-822375034488}" srcOrd="0" destOrd="0" presId="urn:microsoft.com/office/officeart/2005/8/layout/process3"/>
    <dgm:cxn modelId="{85310285-7989-4198-AE32-E97C11CC19A3}" type="presParOf" srcId="{20AD1F24-8DD4-4695-9494-2B80D9F1016F}" destId="{AA797D14-47DA-4B24-AB03-424DBC35E79E}" srcOrd="4" destOrd="0" presId="urn:microsoft.com/office/officeart/2005/8/layout/process3"/>
    <dgm:cxn modelId="{375A4E16-7FE5-45C5-A251-58C3EDD093C8}" type="presParOf" srcId="{AA797D14-47DA-4B24-AB03-424DBC35E79E}" destId="{061234D5-13F6-4422-9BDC-50B564E222F9}" srcOrd="0" destOrd="0" presId="urn:microsoft.com/office/officeart/2005/8/layout/process3"/>
    <dgm:cxn modelId="{9F40E9C3-1C3C-4EC7-96DF-E84655421A9F}" type="presParOf" srcId="{AA797D14-47DA-4B24-AB03-424DBC35E79E}" destId="{67EFC139-3E71-4D26-AA8F-71DA9FF9C68A}" srcOrd="1" destOrd="0" presId="urn:microsoft.com/office/officeart/2005/8/layout/process3"/>
    <dgm:cxn modelId="{D88E7597-8155-4898-80E6-D21A5A5EFA2B}" type="presParOf" srcId="{AA797D14-47DA-4B24-AB03-424DBC35E79E}" destId="{DEAB463C-DAF1-4EEA-A7DA-740A9501697C}" srcOrd="2" destOrd="0" presId="urn:microsoft.com/office/officeart/2005/8/layout/process3"/>
    <dgm:cxn modelId="{1A10D05D-82A4-4562-A5CD-E44EDE93FC98}" type="presParOf" srcId="{20AD1F24-8DD4-4695-9494-2B80D9F1016F}" destId="{8D9BCC77-D35E-452D-A546-F03BFEB5945C}" srcOrd="5" destOrd="0" presId="urn:microsoft.com/office/officeart/2005/8/layout/process3"/>
    <dgm:cxn modelId="{1933FA3B-BEAC-413F-97D2-86516F2C94E8}" type="presParOf" srcId="{8D9BCC77-D35E-452D-A546-F03BFEB5945C}" destId="{7157F2CE-B881-434F-95BC-F91F9814C142}" srcOrd="0" destOrd="0" presId="urn:microsoft.com/office/officeart/2005/8/layout/process3"/>
    <dgm:cxn modelId="{90375175-5F48-43E5-B4A0-7D0FED2E57E8}" type="presParOf" srcId="{20AD1F24-8DD4-4695-9494-2B80D9F1016F}" destId="{4C0D4EE0-8F78-471D-8F52-2DB9EAF22B61}" srcOrd="6" destOrd="0" presId="urn:microsoft.com/office/officeart/2005/8/layout/process3"/>
    <dgm:cxn modelId="{CF00B9AE-75C6-4965-8AE0-F4F92716704C}" type="presParOf" srcId="{4C0D4EE0-8F78-471D-8F52-2DB9EAF22B61}" destId="{6F960ED8-B962-428A-A12B-BDF18A9CFE82}" srcOrd="0" destOrd="0" presId="urn:microsoft.com/office/officeart/2005/8/layout/process3"/>
    <dgm:cxn modelId="{0BB95532-4389-41DB-BDDA-EDA3F372F661}" type="presParOf" srcId="{4C0D4EE0-8F78-471D-8F52-2DB9EAF22B61}" destId="{FFF492EC-2E03-4EB4-81D9-EFBD7F7999BB}" srcOrd="1" destOrd="0" presId="urn:microsoft.com/office/officeart/2005/8/layout/process3"/>
    <dgm:cxn modelId="{48294F4A-E7FC-48EE-9F2F-03E8ADBD9ED9}" type="presParOf" srcId="{4C0D4EE0-8F78-471D-8F52-2DB9EAF22B61}" destId="{B6F3CAAA-C60A-4437-B7FE-0AEE5D229E25}" srcOrd="2" destOrd="0" presId="urn:microsoft.com/office/officeart/2005/8/layout/process3"/>
    <dgm:cxn modelId="{202D25CA-79DA-40A7-90A3-7165A46BB733}" type="presParOf" srcId="{20AD1F24-8DD4-4695-9494-2B80D9F1016F}" destId="{FED10953-A343-49E4-B882-AD6CACBC154D}" srcOrd="7" destOrd="0" presId="urn:microsoft.com/office/officeart/2005/8/layout/process3"/>
    <dgm:cxn modelId="{835A9D10-1FC8-46CC-8AAD-BE844C352B71}" type="presParOf" srcId="{FED10953-A343-49E4-B882-AD6CACBC154D}" destId="{4BCBCE09-86A0-4713-9CD8-9EA5BDC2B24B}" srcOrd="0" destOrd="0" presId="urn:microsoft.com/office/officeart/2005/8/layout/process3"/>
    <dgm:cxn modelId="{3CF59B06-2827-4DAE-B14A-110CFEFA5CB9}" type="presParOf" srcId="{20AD1F24-8DD4-4695-9494-2B80D9F1016F}" destId="{5A570FAE-0A18-4C73-A666-821B790C72B6}" srcOrd="8" destOrd="0" presId="urn:microsoft.com/office/officeart/2005/8/layout/process3"/>
    <dgm:cxn modelId="{9B3DF0AF-C018-4444-9065-A1641186CFDB}" type="presParOf" srcId="{5A570FAE-0A18-4C73-A666-821B790C72B6}" destId="{266F7221-4979-4B67-B38B-4C828E64DC69}" srcOrd="0" destOrd="0" presId="urn:microsoft.com/office/officeart/2005/8/layout/process3"/>
    <dgm:cxn modelId="{C1564C80-37F9-47D6-9F8D-017F441CAC5A}" type="presParOf" srcId="{5A570FAE-0A18-4C73-A666-821B790C72B6}" destId="{EC8F43EC-AAB4-4794-ACC5-D1E5A4769CBB}" srcOrd="1" destOrd="0" presId="urn:microsoft.com/office/officeart/2005/8/layout/process3"/>
    <dgm:cxn modelId="{55D4853F-E849-4F06-AC0D-0D2DB6CD03CE}" type="presParOf" srcId="{5A570FAE-0A18-4C73-A666-821B790C72B6}" destId="{FE8B2B5D-AB3F-466A-BB07-6F2C4D88A829}" srcOrd="2" destOrd="0" presId="urn:microsoft.com/office/officeart/2005/8/layout/process3"/>
    <dgm:cxn modelId="{9C8A90CC-8D4A-40BF-90D4-31BED19A9E40}" type="presParOf" srcId="{20AD1F24-8DD4-4695-9494-2B80D9F1016F}" destId="{4B3607E6-978C-4320-8745-9D2BE5D519F2}" srcOrd="9" destOrd="0" presId="urn:microsoft.com/office/officeart/2005/8/layout/process3"/>
    <dgm:cxn modelId="{15869BBA-F5B6-48BF-93A3-0663A5E1A7D5}" type="presParOf" srcId="{4B3607E6-978C-4320-8745-9D2BE5D519F2}" destId="{EE8B4CDD-6547-4B39-A793-977FB3B936BE}" srcOrd="0" destOrd="0" presId="urn:microsoft.com/office/officeart/2005/8/layout/process3"/>
    <dgm:cxn modelId="{A423900F-4862-4E6D-94D1-ADECBFB1E862}" type="presParOf" srcId="{20AD1F24-8DD4-4695-9494-2B80D9F1016F}" destId="{1F26A889-36F7-44DB-B154-AEA63790B5C6}" srcOrd="10" destOrd="0" presId="urn:microsoft.com/office/officeart/2005/8/layout/process3"/>
    <dgm:cxn modelId="{717F23AF-0C43-49D0-90C2-EE3FE97EA8AC}" type="presParOf" srcId="{1F26A889-36F7-44DB-B154-AEA63790B5C6}" destId="{A270379D-F73B-46AF-8CC7-92726154BCCF}" srcOrd="0" destOrd="0" presId="urn:microsoft.com/office/officeart/2005/8/layout/process3"/>
    <dgm:cxn modelId="{FA0986F4-886F-43E6-9228-367468C83694}" type="presParOf" srcId="{1F26A889-36F7-44DB-B154-AEA63790B5C6}" destId="{8FD50F42-C66E-4032-B50A-3BC0487381BA}" srcOrd="1" destOrd="0" presId="urn:microsoft.com/office/officeart/2005/8/layout/process3"/>
    <dgm:cxn modelId="{7499AB68-53C9-48A0-AEF5-FA1F63C47EE7}" type="presParOf" srcId="{1F26A889-36F7-44DB-B154-AEA63790B5C6}" destId="{E4F911AE-0651-4ECF-8180-8786C1124747}" srcOrd="2" destOrd="0" presId="urn:microsoft.com/office/officeart/2005/8/layout/process3"/>
    <dgm:cxn modelId="{3FACE538-C10F-42A3-BAE9-F5B220BB7766}" type="presParOf" srcId="{20AD1F24-8DD4-4695-9494-2B80D9F1016F}" destId="{A264279D-5CE4-4A39-ABC5-C267CD988617}" srcOrd="11" destOrd="0" presId="urn:microsoft.com/office/officeart/2005/8/layout/process3"/>
    <dgm:cxn modelId="{0962F2CE-5491-41C0-BE83-B2AC034CF244}" type="presParOf" srcId="{A264279D-5CE4-4A39-ABC5-C267CD988617}" destId="{AB601456-A452-4E9F-933F-2EB342B4B6AE}" srcOrd="0" destOrd="0" presId="urn:microsoft.com/office/officeart/2005/8/layout/process3"/>
    <dgm:cxn modelId="{D221377E-7061-4312-AD5D-9B64A528C944}" type="presParOf" srcId="{20AD1F24-8DD4-4695-9494-2B80D9F1016F}" destId="{D62C4D13-B8FD-4225-AAFA-236F36348808}" srcOrd="12" destOrd="0" presId="urn:microsoft.com/office/officeart/2005/8/layout/process3"/>
    <dgm:cxn modelId="{249AA10C-CAE7-44FC-AED6-CAF2B0098F39}" type="presParOf" srcId="{D62C4D13-B8FD-4225-AAFA-236F36348808}" destId="{1D83EFF1-05FA-4BF9-B7FE-7CC7F8B73B89}" srcOrd="0" destOrd="0" presId="urn:microsoft.com/office/officeart/2005/8/layout/process3"/>
    <dgm:cxn modelId="{A78352D4-3A4C-4374-8E5B-705D4B6B9267}" type="presParOf" srcId="{D62C4D13-B8FD-4225-AAFA-236F36348808}" destId="{2A4915F8-E941-4EB0-BD00-655C6E486DA1}" srcOrd="1" destOrd="0" presId="urn:microsoft.com/office/officeart/2005/8/layout/process3"/>
    <dgm:cxn modelId="{03E170D4-AB53-463B-B05D-CC137BA07E39}" type="presParOf" srcId="{D62C4D13-B8FD-4225-AAFA-236F36348808}" destId="{233E8573-BD28-4C8B-A647-1DF3C27CE77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47A0F6-2FA9-4E38-92B1-C3E8A98B455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88669E7-B2DA-43C1-96F7-80C019362A2F}">
      <dgm:prSet phldrT="[Texto]" phldr="0"/>
      <dgm:spPr/>
      <dgm:t>
        <a:bodyPr/>
        <a:lstStyle/>
        <a:p>
          <a:endParaRPr lang="pt-BR" dirty="0"/>
        </a:p>
      </dgm:t>
    </dgm:pt>
    <dgm:pt modelId="{A754D644-063D-4236-A725-7A09329FA73A}" type="parTrans" cxnId="{AD3264AD-E826-4C32-96F8-7F5981ABD94D}">
      <dgm:prSet/>
      <dgm:spPr/>
      <dgm:t>
        <a:bodyPr/>
        <a:lstStyle/>
        <a:p>
          <a:endParaRPr lang="pt-BR"/>
        </a:p>
      </dgm:t>
    </dgm:pt>
    <dgm:pt modelId="{F9BEED6F-4010-416F-8FA6-7E2449FAE764}" type="sibTrans" cxnId="{AD3264AD-E826-4C32-96F8-7F5981ABD94D}">
      <dgm:prSet/>
      <dgm:spPr/>
      <dgm:t>
        <a:bodyPr/>
        <a:lstStyle/>
        <a:p>
          <a:endParaRPr lang="pt-BR"/>
        </a:p>
      </dgm:t>
    </dgm:pt>
    <dgm:pt modelId="{8FD80590-C7F5-4A74-8527-68E46442DBA6}">
      <dgm:prSet phldrT="[Texto]" phldr="0"/>
      <dgm:spPr/>
      <dgm:t>
        <a:bodyPr/>
        <a:lstStyle/>
        <a:p>
          <a:r>
            <a:rPr lang="pt-BR" dirty="0"/>
            <a:t>Balanceamento de Classes (</a:t>
          </a:r>
          <a:r>
            <a:rPr lang="pt-BR" dirty="0" err="1"/>
            <a:t>Classification</a:t>
          </a:r>
          <a:r>
            <a:rPr lang="pt-BR" dirty="0"/>
            <a:t>). </a:t>
          </a:r>
          <a:r>
            <a:rPr lang="pt-BR" dirty="0" err="1"/>
            <a:t>Ex</a:t>
          </a:r>
          <a:r>
            <a:rPr lang="pt-BR" dirty="0"/>
            <a:t>: </a:t>
          </a:r>
          <a:r>
            <a:rPr lang="pt-BR" b="0" i="0" dirty="0"/>
            <a:t>SMOTE</a:t>
          </a:r>
          <a:endParaRPr lang="pt-BR" dirty="0"/>
        </a:p>
      </dgm:t>
    </dgm:pt>
    <dgm:pt modelId="{598C9AFE-A681-46D2-B201-ADA7AAA6C7E5}" type="parTrans" cxnId="{FCEEDF47-21EC-4B81-BFAF-BCA7498E9558}">
      <dgm:prSet/>
      <dgm:spPr/>
      <dgm:t>
        <a:bodyPr/>
        <a:lstStyle/>
        <a:p>
          <a:endParaRPr lang="pt-BR"/>
        </a:p>
      </dgm:t>
    </dgm:pt>
    <dgm:pt modelId="{E667067B-90E1-436A-A841-F2835B0E74E0}" type="sibTrans" cxnId="{FCEEDF47-21EC-4B81-BFAF-BCA7498E9558}">
      <dgm:prSet/>
      <dgm:spPr/>
      <dgm:t>
        <a:bodyPr/>
        <a:lstStyle/>
        <a:p>
          <a:endParaRPr lang="pt-BR"/>
        </a:p>
      </dgm:t>
    </dgm:pt>
    <dgm:pt modelId="{1EA4C1D9-FCE4-495F-B2EF-CDACE3F4BA9B}">
      <dgm:prSet phldrT="[Texto]" phldr="0"/>
      <dgm:spPr/>
      <dgm:t>
        <a:bodyPr/>
        <a:lstStyle/>
        <a:p>
          <a:r>
            <a:rPr lang="pt-BR" dirty="0"/>
            <a:t>Avaliar efeito de maior período da janela das métricas (Features). </a:t>
          </a:r>
          <a:r>
            <a:rPr lang="pt-BR" dirty="0" err="1"/>
            <a:t>Ex</a:t>
          </a:r>
          <a:r>
            <a:rPr lang="pt-BR" dirty="0"/>
            <a:t>: </a:t>
          </a:r>
          <a:r>
            <a:rPr lang="pt-BR" b="0" i="0" dirty="0"/>
            <a:t>SMOTE</a:t>
          </a:r>
          <a:endParaRPr lang="pt-BR" b="0" dirty="0"/>
        </a:p>
      </dgm:t>
    </dgm:pt>
    <dgm:pt modelId="{39FF6ABC-35B0-49C9-A76C-633D3867EC8A}" type="parTrans" cxnId="{AFAEA735-FC10-4FFD-93C1-2F186FE8E37A}">
      <dgm:prSet/>
      <dgm:spPr/>
      <dgm:t>
        <a:bodyPr/>
        <a:lstStyle/>
        <a:p>
          <a:endParaRPr lang="pt-BR"/>
        </a:p>
      </dgm:t>
    </dgm:pt>
    <dgm:pt modelId="{6E491550-9C97-4A4B-8A31-3B95760C8D42}" type="sibTrans" cxnId="{AFAEA735-FC10-4FFD-93C1-2F186FE8E37A}">
      <dgm:prSet/>
      <dgm:spPr/>
      <dgm:t>
        <a:bodyPr/>
        <a:lstStyle/>
        <a:p>
          <a:endParaRPr lang="pt-BR"/>
        </a:p>
      </dgm:t>
    </dgm:pt>
    <dgm:pt modelId="{380FA72A-CE5E-4EB9-AB78-3B8058B6E10D}">
      <dgm:prSet phldrT="[Texto]" phldr="0"/>
      <dgm:spPr/>
      <dgm:t>
        <a:bodyPr/>
        <a:lstStyle/>
        <a:p>
          <a:r>
            <a:rPr lang="pt-BR"/>
            <a:t>Utilizar a predição de RUL na Classificação. Ou, usar a predição de Classificação na predição de RUL</a:t>
          </a:r>
          <a:endParaRPr lang="pt-BR" dirty="0"/>
        </a:p>
      </dgm:t>
    </dgm:pt>
    <dgm:pt modelId="{7D87C63D-4781-4451-8E17-A3EB2976DE31}" type="parTrans" cxnId="{43463CF1-E9FC-464B-88D0-3A4D039A4825}">
      <dgm:prSet/>
      <dgm:spPr/>
      <dgm:t>
        <a:bodyPr/>
        <a:lstStyle/>
        <a:p>
          <a:endParaRPr lang="pt-BR"/>
        </a:p>
      </dgm:t>
    </dgm:pt>
    <dgm:pt modelId="{394271DA-C6FC-4513-868E-5585A5BAF07D}" type="sibTrans" cxnId="{43463CF1-E9FC-464B-88D0-3A4D039A4825}">
      <dgm:prSet/>
      <dgm:spPr/>
      <dgm:t>
        <a:bodyPr/>
        <a:lstStyle/>
        <a:p>
          <a:endParaRPr lang="pt-BR"/>
        </a:p>
      </dgm:t>
    </dgm:pt>
    <dgm:pt modelId="{4FFEFBD0-DA44-4820-BAC3-0FD599CDFD81}">
      <dgm:prSet phldrT="[Texto]" phldr="0"/>
      <dgm:spPr/>
      <dgm:t>
        <a:bodyPr/>
        <a:lstStyle/>
        <a:p>
          <a:r>
            <a:rPr lang="pt-BR" b="1" i="0" dirty="0"/>
            <a:t>SMOTE</a:t>
          </a:r>
          <a:endParaRPr lang="pt-BR" dirty="0"/>
        </a:p>
        <a:p>
          <a:r>
            <a:rPr lang="pt-BR" dirty="0">
              <a:hlinkClick xmlns:r="http://schemas.openxmlformats.org/officeDocument/2006/relationships" r:id="rId1"/>
            </a:rPr>
            <a:t>https://imbalanced-learn.org/stable/references/generated/imblearn.over_sampling.SMOTE.html</a:t>
          </a:r>
          <a:endParaRPr lang="pt-BR" dirty="0"/>
        </a:p>
      </dgm:t>
    </dgm:pt>
    <dgm:pt modelId="{B920231F-0EAF-403E-B46C-56E3AA7565C1}" type="parTrans" cxnId="{6F9589CB-7EB3-4964-8040-2D76F9512A48}">
      <dgm:prSet/>
      <dgm:spPr/>
      <dgm:t>
        <a:bodyPr/>
        <a:lstStyle/>
        <a:p>
          <a:endParaRPr lang="pt-BR"/>
        </a:p>
      </dgm:t>
    </dgm:pt>
    <dgm:pt modelId="{E45A2274-F101-424E-B38C-3968A8A2B4CD}" type="sibTrans" cxnId="{6F9589CB-7EB3-4964-8040-2D76F9512A48}">
      <dgm:prSet/>
      <dgm:spPr/>
      <dgm:t>
        <a:bodyPr/>
        <a:lstStyle/>
        <a:p>
          <a:endParaRPr lang="pt-BR"/>
        </a:p>
      </dgm:t>
    </dgm:pt>
    <dgm:pt modelId="{79C58CD1-7250-4B23-84BE-58728D5DCBA7}" type="pres">
      <dgm:prSet presAssocID="{2B47A0F6-2FA9-4E38-92B1-C3E8A98B4554}" presName="vert0" presStyleCnt="0">
        <dgm:presLayoutVars>
          <dgm:dir/>
          <dgm:animOne val="branch"/>
          <dgm:animLvl val="lvl"/>
        </dgm:presLayoutVars>
      </dgm:prSet>
      <dgm:spPr/>
    </dgm:pt>
    <dgm:pt modelId="{3F3DB835-D83C-46F0-A0FE-8678B5162E69}" type="pres">
      <dgm:prSet presAssocID="{F88669E7-B2DA-43C1-96F7-80C019362A2F}" presName="thickLine" presStyleLbl="alignNode1" presStyleIdx="0" presStyleCnt="1"/>
      <dgm:spPr/>
    </dgm:pt>
    <dgm:pt modelId="{03E717AE-6428-475A-BD44-13336F0EB902}" type="pres">
      <dgm:prSet presAssocID="{F88669E7-B2DA-43C1-96F7-80C019362A2F}" presName="horz1" presStyleCnt="0"/>
      <dgm:spPr/>
    </dgm:pt>
    <dgm:pt modelId="{BF2EAB99-B567-4A28-99AC-3C590E2D1025}" type="pres">
      <dgm:prSet presAssocID="{F88669E7-B2DA-43C1-96F7-80C019362A2F}" presName="tx1" presStyleLbl="revTx" presStyleIdx="0" presStyleCnt="5"/>
      <dgm:spPr/>
    </dgm:pt>
    <dgm:pt modelId="{9F8BF901-1E74-425C-9566-0E97F4ED3F55}" type="pres">
      <dgm:prSet presAssocID="{F88669E7-B2DA-43C1-96F7-80C019362A2F}" presName="vert1" presStyleCnt="0"/>
      <dgm:spPr/>
    </dgm:pt>
    <dgm:pt modelId="{F11056D6-1173-4F12-BD37-CBF09C4B205F}" type="pres">
      <dgm:prSet presAssocID="{8FD80590-C7F5-4A74-8527-68E46442DBA6}" presName="vertSpace2a" presStyleCnt="0"/>
      <dgm:spPr/>
    </dgm:pt>
    <dgm:pt modelId="{59B6652F-3A4D-44C7-ACDB-1CC30D1ACC6F}" type="pres">
      <dgm:prSet presAssocID="{8FD80590-C7F5-4A74-8527-68E46442DBA6}" presName="horz2" presStyleCnt="0"/>
      <dgm:spPr/>
    </dgm:pt>
    <dgm:pt modelId="{3967E957-30E0-46FF-A80A-9B575F7D71BA}" type="pres">
      <dgm:prSet presAssocID="{8FD80590-C7F5-4A74-8527-68E46442DBA6}" presName="horzSpace2" presStyleCnt="0"/>
      <dgm:spPr/>
    </dgm:pt>
    <dgm:pt modelId="{369B4105-D366-4D35-9F94-ACC9A0DFC354}" type="pres">
      <dgm:prSet presAssocID="{8FD80590-C7F5-4A74-8527-68E46442DBA6}" presName="tx2" presStyleLbl="revTx" presStyleIdx="1" presStyleCnt="5"/>
      <dgm:spPr/>
    </dgm:pt>
    <dgm:pt modelId="{FF92AC22-93CF-4574-92E4-095C0763385A}" type="pres">
      <dgm:prSet presAssocID="{8FD80590-C7F5-4A74-8527-68E46442DBA6}" presName="vert2" presStyleCnt="0"/>
      <dgm:spPr/>
    </dgm:pt>
    <dgm:pt modelId="{EBFB311D-2956-4543-B497-07A19D20933B}" type="pres">
      <dgm:prSet presAssocID="{4FFEFBD0-DA44-4820-BAC3-0FD599CDFD81}" presName="horz3" presStyleCnt="0"/>
      <dgm:spPr/>
    </dgm:pt>
    <dgm:pt modelId="{F48553B4-FCC6-4DEA-A730-8AFEB7FAB3A0}" type="pres">
      <dgm:prSet presAssocID="{4FFEFBD0-DA44-4820-BAC3-0FD599CDFD81}" presName="horzSpace3" presStyleCnt="0"/>
      <dgm:spPr/>
    </dgm:pt>
    <dgm:pt modelId="{CB83673F-1DFB-48D7-81B4-3DB80EC4AD16}" type="pres">
      <dgm:prSet presAssocID="{4FFEFBD0-DA44-4820-BAC3-0FD599CDFD81}" presName="tx3" presStyleLbl="revTx" presStyleIdx="2" presStyleCnt="5"/>
      <dgm:spPr/>
    </dgm:pt>
    <dgm:pt modelId="{78414064-C041-426F-8FC9-8BDD671A5A3D}" type="pres">
      <dgm:prSet presAssocID="{4FFEFBD0-DA44-4820-BAC3-0FD599CDFD81}" presName="vert3" presStyleCnt="0"/>
      <dgm:spPr/>
    </dgm:pt>
    <dgm:pt modelId="{427DBE3D-EC07-487F-BEA1-08E593943B3B}" type="pres">
      <dgm:prSet presAssocID="{8FD80590-C7F5-4A74-8527-68E46442DBA6}" presName="thinLine2b" presStyleLbl="callout" presStyleIdx="0" presStyleCnt="3"/>
      <dgm:spPr/>
    </dgm:pt>
    <dgm:pt modelId="{7756514A-571B-40E8-9BE3-25A7DB17B776}" type="pres">
      <dgm:prSet presAssocID="{8FD80590-C7F5-4A74-8527-68E46442DBA6}" presName="vertSpace2b" presStyleCnt="0"/>
      <dgm:spPr/>
    </dgm:pt>
    <dgm:pt modelId="{53E12393-2BA7-4127-AB4B-1FB1ECC2F21E}" type="pres">
      <dgm:prSet presAssocID="{1EA4C1D9-FCE4-495F-B2EF-CDACE3F4BA9B}" presName="horz2" presStyleCnt="0"/>
      <dgm:spPr/>
    </dgm:pt>
    <dgm:pt modelId="{757A12FA-6D70-4B51-9648-5330D258CB2D}" type="pres">
      <dgm:prSet presAssocID="{1EA4C1D9-FCE4-495F-B2EF-CDACE3F4BA9B}" presName="horzSpace2" presStyleCnt="0"/>
      <dgm:spPr/>
    </dgm:pt>
    <dgm:pt modelId="{A5F3EBC6-324B-4A26-A5E2-3F33A6F46762}" type="pres">
      <dgm:prSet presAssocID="{1EA4C1D9-FCE4-495F-B2EF-CDACE3F4BA9B}" presName="tx2" presStyleLbl="revTx" presStyleIdx="3" presStyleCnt="5"/>
      <dgm:spPr/>
    </dgm:pt>
    <dgm:pt modelId="{0694889A-5E47-44DA-B3EE-F88293584B65}" type="pres">
      <dgm:prSet presAssocID="{1EA4C1D9-FCE4-495F-B2EF-CDACE3F4BA9B}" presName="vert2" presStyleCnt="0"/>
      <dgm:spPr/>
    </dgm:pt>
    <dgm:pt modelId="{CA427285-019A-471E-B1B3-723ECBF1E5B0}" type="pres">
      <dgm:prSet presAssocID="{1EA4C1D9-FCE4-495F-B2EF-CDACE3F4BA9B}" presName="thinLine2b" presStyleLbl="callout" presStyleIdx="1" presStyleCnt="3"/>
      <dgm:spPr/>
    </dgm:pt>
    <dgm:pt modelId="{147F88FE-2133-459A-8A75-F7367F1AADAC}" type="pres">
      <dgm:prSet presAssocID="{1EA4C1D9-FCE4-495F-B2EF-CDACE3F4BA9B}" presName="vertSpace2b" presStyleCnt="0"/>
      <dgm:spPr/>
    </dgm:pt>
    <dgm:pt modelId="{0EF4E7CC-9102-484E-924E-06ECE1CDA8F7}" type="pres">
      <dgm:prSet presAssocID="{380FA72A-CE5E-4EB9-AB78-3B8058B6E10D}" presName="horz2" presStyleCnt="0"/>
      <dgm:spPr/>
    </dgm:pt>
    <dgm:pt modelId="{CF0E0724-B2B6-4B4D-97FE-339C7B622870}" type="pres">
      <dgm:prSet presAssocID="{380FA72A-CE5E-4EB9-AB78-3B8058B6E10D}" presName="horzSpace2" presStyleCnt="0"/>
      <dgm:spPr/>
    </dgm:pt>
    <dgm:pt modelId="{AA1BFEBE-EE3F-4BB6-897F-6CE57540A494}" type="pres">
      <dgm:prSet presAssocID="{380FA72A-CE5E-4EB9-AB78-3B8058B6E10D}" presName="tx2" presStyleLbl="revTx" presStyleIdx="4" presStyleCnt="5"/>
      <dgm:spPr/>
    </dgm:pt>
    <dgm:pt modelId="{B11AF4AC-9203-43AF-BD9F-6548B6344B16}" type="pres">
      <dgm:prSet presAssocID="{380FA72A-CE5E-4EB9-AB78-3B8058B6E10D}" presName="vert2" presStyleCnt="0"/>
      <dgm:spPr/>
    </dgm:pt>
    <dgm:pt modelId="{523F9227-928A-4DDF-B36A-C1C5755590BD}" type="pres">
      <dgm:prSet presAssocID="{380FA72A-CE5E-4EB9-AB78-3B8058B6E10D}" presName="thinLine2b" presStyleLbl="callout" presStyleIdx="2" presStyleCnt="3"/>
      <dgm:spPr/>
    </dgm:pt>
    <dgm:pt modelId="{44AE5FAF-3182-40F3-AD3F-F21A6E8E94E4}" type="pres">
      <dgm:prSet presAssocID="{380FA72A-CE5E-4EB9-AB78-3B8058B6E10D}" presName="vertSpace2b" presStyleCnt="0"/>
      <dgm:spPr/>
    </dgm:pt>
  </dgm:ptLst>
  <dgm:cxnLst>
    <dgm:cxn modelId="{AFAEA735-FC10-4FFD-93C1-2F186FE8E37A}" srcId="{F88669E7-B2DA-43C1-96F7-80C019362A2F}" destId="{1EA4C1D9-FCE4-495F-B2EF-CDACE3F4BA9B}" srcOrd="1" destOrd="0" parTransId="{39FF6ABC-35B0-49C9-A76C-633D3867EC8A}" sibTransId="{6E491550-9C97-4A4B-8A31-3B95760C8D42}"/>
    <dgm:cxn modelId="{7EA64B65-CBD3-4B2B-ADFD-2E323B0819D1}" type="presOf" srcId="{F88669E7-B2DA-43C1-96F7-80C019362A2F}" destId="{BF2EAB99-B567-4A28-99AC-3C590E2D1025}" srcOrd="0" destOrd="0" presId="urn:microsoft.com/office/officeart/2008/layout/LinedList"/>
    <dgm:cxn modelId="{FCEEDF47-21EC-4B81-BFAF-BCA7498E9558}" srcId="{F88669E7-B2DA-43C1-96F7-80C019362A2F}" destId="{8FD80590-C7F5-4A74-8527-68E46442DBA6}" srcOrd="0" destOrd="0" parTransId="{598C9AFE-A681-46D2-B201-ADA7AAA6C7E5}" sibTransId="{E667067B-90E1-436A-A841-F2835B0E74E0}"/>
    <dgm:cxn modelId="{3246C157-DC37-4227-A3D1-F1F1FD512867}" type="presOf" srcId="{380FA72A-CE5E-4EB9-AB78-3B8058B6E10D}" destId="{AA1BFEBE-EE3F-4BB6-897F-6CE57540A494}" srcOrd="0" destOrd="0" presId="urn:microsoft.com/office/officeart/2008/layout/LinedList"/>
    <dgm:cxn modelId="{023FE48A-AFCA-40E8-929E-F1276C8EBEE5}" type="presOf" srcId="{4FFEFBD0-DA44-4820-BAC3-0FD599CDFD81}" destId="{CB83673F-1DFB-48D7-81B4-3DB80EC4AD16}" srcOrd="0" destOrd="0" presId="urn:microsoft.com/office/officeart/2008/layout/LinedList"/>
    <dgm:cxn modelId="{AD3264AD-E826-4C32-96F8-7F5981ABD94D}" srcId="{2B47A0F6-2FA9-4E38-92B1-C3E8A98B4554}" destId="{F88669E7-B2DA-43C1-96F7-80C019362A2F}" srcOrd="0" destOrd="0" parTransId="{A754D644-063D-4236-A725-7A09329FA73A}" sibTransId="{F9BEED6F-4010-416F-8FA6-7E2449FAE764}"/>
    <dgm:cxn modelId="{CFFAA3B9-4608-4073-9172-2EBBE74F6D48}" type="presOf" srcId="{1EA4C1D9-FCE4-495F-B2EF-CDACE3F4BA9B}" destId="{A5F3EBC6-324B-4A26-A5E2-3F33A6F46762}" srcOrd="0" destOrd="0" presId="urn:microsoft.com/office/officeart/2008/layout/LinedList"/>
    <dgm:cxn modelId="{650EB4C5-6872-49CF-9AC6-B0F7E6C51A8C}" type="presOf" srcId="{8FD80590-C7F5-4A74-8527-68E46442DBA6}" destId="{369B4105-D366-4D35-9F94-ACC9A0DFC354}" srcOrd="0" destOrd="0" presId="urn:microsoft.com/office/officeart/2008/layout/LinedList"/>
    <dgm:cxn modelId="{6F9589CB-7EB3-4964-8040-2D76F9512A48}" srcId="{8FD80590-C7F5-4A74-8527-68E46442DBA6}" destId="{4FFEFBD0-DA44-4820-BAC3-0FD599CDFD81}" srcOrd="0" destOrd="0" parTransId="{B920231F-0EAF-403E-B46C-56E3AA7565C1}" sibTransId="{E45A2274-F101-424E-B38C-3968A8A2B4CD}"/>
    <dgm:cxn modelId="{43463CF1-E9FC-464B-88D0-3A4D039A4825}" srcId="{F88669E7-B2DA-43C1-96F7-80C019362A2F}" destId="{380FA72A-CE5E-4EB9-AB78-3B8058B6E10D}" srcOrd="2" destOrd="0" parTransId="{7D87C63D-4781-4451-8E17-A3EB2976DE31}" sibTransId="{394271DA-C6FC-4513-868E-5585A5BAF07D}"/>
    <dgm:cxn modelId="{CF8CB0F3-8981-410A-A2DF-23D6C5012303}" type="presOf" srcId="{2B47A0F6-2FA9-4E38-92B1-C3E8A98B4554}" destId="{79C58CD1-7250-4B23-84BE-58728D5DCBA7}" srcOrd="0" destOrd="0" presId="urn:microsoft.com/office/officeart/2008/layout/LinedList"/>
    <dgm:cxn modelId="{17BEA444-5F5B-4ABF-860F-3A91A57FDB1D}" type="presParOf" srcId="{79C58CD1-7250-4B23-84BE-58728D5DCBA7}" destId="{3F3DB835-D83C-46F0-A0FE-8678B5162E69}" srcOrd="0" destOrd="0" presId="urn:microsoft.com/office/officeart/2008/layout/LinedList"/>
    <dgm:cxn modelId="{6A9BFD74-A47B-48C6-8F7E-6A48CB0B1295}" type="presParOf" srcId="{79C58CD1-7250-4B23-84BE-58728D5DCBA7}" destId="{03E717AE-6428-475A-BD44-13336F0EB902}" srcOrd="1" destOrd="0" presId="urn:microsoft.com/office/officeart/2008/layout/LinedList"/>
    <dgm:cxn modelId="{B06D78A1-99DA-4791-AABB-3ECA43BCC7EB}" type="presParOf" srcId="{03E717AE-6428-475A-BD44-13336F0EB902}" destId="{BF2EAB99-B567-4A28-99AC-3C590E2D1025}" srcOrd="0" destOrd="0" presId="urn:microsoft.com/office/officeart/2008/layout/LinedList"/>
    <dgm:cxn modelId="{44F34163-2655-4423-A96D-33D81D03A989}" type="presParOf" srcId="{03E717AE-6428-475A-BD44-13336F0EB902}" destId="{9F8BF901-1E74-425C-9566-0E97F4ED3F55}" srcOrd="1" destOrd="0" presId="urn:microsoft.com/office/officeart/2008/layout/LinedList"/>
    <dgm:cxn modelId="{E08F6A7A-9CA1-4A11-AF99-187C8B9F1ABF}" type="presParOf" srcId="{9F8BF901-1E74-425C-9566-0E97F4ED3F55}" destId="{F11056D6-1173-4F12-BD37-CBF09C4B205F}" srcOrd="0" destOrd="0" presId="urn:microsoft.com/office/officeart/2008/layout/LinedList"/>
    <dgm:cxn modelId="{52B47E8C-481D-427E-B367-9B6081C9E06C}" type="presParOf" srcId="{9F8BF901-1E74-425C-9566-0E97F4ED3F55}" destId="{59B6652F-3A4D-44C7-ACDB-1CC30D1ACC6F}" srcOrd="1" destOrd="0" presId="urn:microsoft.com/office/officeart/2008/layout/LinedList"/>
    <dgm:cxn modelId="{44FF4827-B999-49C7-A519-F7AA496B9C2F}" type="presParOf" srcId="{59B6652F-3A4D-44C7-ACDB-1CC30D1ACC6F}" destId="{3967E957-30E0-46FF-A80A-9B575F7D71BA}" srcOrd="0" destOrd="0" presId="urn:microsoft.com/office/officeart/2008/layout/LinedList"/>
    <dgm:cxn modelId="{46A27020-BFF5-4472-B56C-6F4E93A518FA}" type="presParOf" srcId="{59B6652F-3A4D-44C7-ACDB-1CC30D1ACC6F}" destId="{369B4105-D366-4D35-9F94-ACC9A0DFC354}" srcOrd="1" destOrd="0" presId="urn:microsoft.com/office/officeart/2008/layout/LinedList"/>
    <dgm:cxn modelId="{2C445C9A-0615-4BE4-A774-A288847CC4FA}" type="presParOf" srcId="{59B6652F-3A4D-44C7-ACDB-1CC30D1ACC6F}" destId="{FF92AC22-93CF-4574-92E4-095C0763385A}" srcOrd="2" destOrd="0" presId="urn:microsoft.com/office/officeart/2008/layout/LinedList"/>
    <dgm:cxn modelId="{BA65F73C-062F-4D1E-9318-C98EA44090AC}" type="presParOf" srcId="{FF92AC22-93CF-4574-92E4-095C0763385A}" destId="{EBFB311D-2956-4543-B497-07A19D20933B}" srcOrd="0" destOrd="0" presId="urn:microsoft.com/office/officeart/2008/layout/LinedList"/>
    <dgm:cxn modelId="{7DED017F-EDFE-4767-A494-6AE2F323D6EC}" type="presParOf" srcId="{EBFB311D-2956-4543-B497-07A19D20933B}" destId="{F48553B4-FCC6-4DEA-A730-8AFEB7FAB3A0}" srcOrd="0" destOrd="0" presId="urn:microsoft.com/office/officeart/2008/layout/LinedList"/>
    <dgm:cxn modelId="{DCBDBF58-CE37-49FE-9341-A3A33B644E3E}" type="presParOf" srcId="{EBFB311D-2956-4543-B497-07A19D20933B}" destId="{CB83673F-1DFB-48D7-81B4-3DB80EC4AD16}" srcOrd="1" destOrd="0" presId="urn:microsoft.com/office/officeart/2008/layout/LinedList"/>
    <dgm:cxn modelId="{18F1E8B7-06E0-4ACC-B38A-AE7C0C24B170}" type="presParOf" srcId="{EBFB311D-2956-4543-B497-07A19D20933B}" destId="{78414064-C041-426F-8FC9-8BDD671A5A3D}" srcOrd="2" destOrd="0" presId="urn:microsoft.com/office/officeart/2008/layout/LinedList"/>
    <dgm:cxn modelId="{B30C12EB-F922-4BDC-A993-2B1C96A1D852}" type="presParOf" srcId="{9F8BF901-1E74-425C-9566-0E97F4ED3F55}" destId="{427DBE3D-EC07-487F-BEA1-08E593943B3B}" srcOrd="2" destOrd="0" presId="urn:microsoft.com/office/officeart/2008/layout/LinedList"/>
    <dgm:cxn modelId="{585A3131-0C2B-4517-8B9B-61BB730082B3}" type="presParOf" srcId="{9F8BF901-1E74-425C-9566-0E97F4ED3F55}" destId="{7756514A-571B-40E8-9BE3-25A7DB17B776}" srcOrd="3" destOrd="0" presId="urn:microsoft.com/office/officeart/2008/layout/LinedList"/>
    <dgm:cxn modelId="{A17DAB44-144A-4E05-974F-5A9337D4388B}" type="presParOf" srcId="{9F8BF901-1E74-425C-9566-0E97F4ED3F55}" destId="{53E12393-2BA7-4127-AB4B-1FB1ECC2F21E}" srcOrd="4" destOrd="0" presId="urn:microsoft.com/office/officeart/2008/layout/LinedList"/>
    <dgm:cxn modelId="{37D270D9-9ED8-4093-9EC4-3421FEEC8BA2}" type="presParOf" srcId="{53E12393-2BA7-4127-AB4B-1FB1ECC2F21E}" destId="{757A12FA-6D70-4B51-9648-5330D258CB2D}" srcOrd="0" destOrd="0" presId="urn:microsoft.com/office/officeart/2008/layout/LinedList"/>
    <dgm:cxn modelId="{9846D5B1-B4B8-428F-8ADE-66723FD1A212}" type="presParOf" srcId="{53E12393-2BA7-4127-AB4B-1FB1ECC2F21E}" destId="{A5F3EBC6-324B-4A26-A5E2-3F33A6F46762}" srcOrd="1" destOrd="0" presId="urn:microsoft.com/office/officeart/2008/layout/LinedList"/>
    <dgm:cxn modelId="{58646523-F8F4-4777-81F7-0EDA1EB935D3}" type="presParOf" srcId="{53E12393-2BA7-4127-AB4B-1FB1ECC2F21E}" destId="{0694889A-5E47-44DA-B3EE-F88293584B65}" srcOrd="2" destOrd="0" presId="urn:microsoft.com/office/officeart/2008/layout/LinedList"/>
    <dgm:cxn modelId="{649D28AD-234C-48D5-BFF0-B94F4330C668}" type="presParOf" srcId="{9F8BF901-1E74-425C-9566-0E97F4ED3F55}" destId="{CA427285-019A-471E-B1B3-723ECBF1E5B0}" srcOrd="5" destOrd="0" presId="urn:microsoft.com/office/officeart/2008/layout/LinedList"/>
    <dgm:cxn modelId="{268BA2BC-243E-4A9C-857E-B2D3CDB2ED40}" type="presParOf" srcId="{9F8BF901-1E74-425C-9566-0E97F4ED3F55}" destId="{147F88FE-2133-459A-8A75-F7367F1AADAC}" srcOrd="6" destOrd="0" presId="urn:microsoft.com/office/officeart/2008/layout/LinedList"/>
    <dgm:cxn modelId="{2775AFB8-A1F5-426F-B307-F85EA9C6AE1B}" type="presParOf" srcId="{9F8BF901-1E74-425C-9566-0E97F4ED3F55}" destId="{0EF4E7CC-9102-484E-924E-06ECE1CDA8F7}" srcOrd="7" destOrd="0" presId="urn:microsoft.com/office/officeart/2008/layout/LinedList"/>
    <dgm:cxn modelId="{20FAC44F-6417-4E15-B5F0-571B5D48239C}" type="presParOf" srcId="{0EF4E7CC-9102-484E-924E-06ECE1CDA8F7}" destId="{CF0E0724-B2B6-4B4D-97FE-339C7B622870}" srcOrd="0" destOrd="0" presId="urn:microsoft.com/office/officeart/2008/layout/LinedList"/>
    <dgm:cxn modelId="{7879EEEF-C0EB-484C-A182-A245F5705160}" type="presParOf" srcId="{0EF4E7CC-9102-484E-924E-06ECE1CDA8F7}" destId="{AA1BFEBE-EE3F-4BB6-897F-6CE57540A494}" srcOrd="1" destOrd="0" presId="urn:microsoft.com/office/officeart/2008/layout/LinedList"/>
    <dgm:cxn modelId="{FEE25334-E0B9-40C3-9C94-A5209506D2B3}" type="presParOf" srcId="{0EF4E7CC-9102-484E-924E-06ECE1CDA8F7}" destId="{B11AF4AC-9203-43AF-BD9F-6548B6344B16}" srcOrd="2" destOrd="0" presId="urn:microsoft.com/office/officeart/2008/layout/LinedList"/>
    <dgm:cxn modelId="{B7639EA4-BEE8-45C4-93C9-BB07E797C6BC}" type="presParOf" srcId="{9F8BF901-1E74-425C-9566-0E97F4ED3F55}" destId="{523F9227-928A-4DDF-B36A-C1C5755590BD}" srcOrd="8" destOrd="0" presId="urn:microsoft.com/office/officeart/2008/layout/LinedList"/>
    <dgm:cxn modelId="{4608EFA0-BF6F-46D5-A682-EEE7EE77D287}" type="presParOf" srcId="{9F8BF901-1E74-425C-9566-0E97F4ED3F55}" destId="{44AE5FAF-3182-40F3-AD3F-F21A6E8E94E4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6C4B2-075B-443B-A258-FFBA2E6C2A68}">
      <dsp:nvSpPr>
        <dsp:cNvPr id="0" name=""/>
        <dsp:cNvSpPr/>
      </dsp:nvSpPr>
      <dsp:spPr>
        <a:xfrm>
          <a:off x="799" y="871909"/>
          <a:ext cx="3117565" cy="1870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Os planos de manutenção da empresa são realizados em intervalos fixos de tempo, o que pode levar tanto ao excesso de manutenção quanto à substituição tardia de equipamentos. Para enfrentar esse desafio, foi proposta a aplicação de técnicas de </a:t>
          </a:r>
          <a:r>
            <a:rPr lang="pt-BR" sz="1400" b="1" kern="1200" dirty="0"/>
            <a:t>análise de dados e aprendizado de máquina</a:t>
          </a:r>
          <a:r>
            <a:rPr lang="pt-BR" sz="1400" kern="1200" dirty="0"/>
            <a:t> com foco em </a:t>
          </a:r>
          <a:r>
            <a:rPr lang="pt-BR" sz="1400" b="1" kern="1200" dirty="0"/>
            <a:t>manutenção preditiva</a:t>
          </a:r>
          <a:r>
            <a:rPr lang="pt-BR" sz="1400" kern="1200" dirty="0"/>
            <a:t>.</a:t>
          </a:r>
        </a:p>
      </dsp:txBody>
      <dsp:txXfrm>
        <a:off x="799" y="871909"/>
        <a:ext cx="3117565" cy="1870539"/>
      </dsp:txXfrm>
    </dsp:sp>
    <dsp:sp modelId="{6DD409AA-0949-4E55-9286-777A86EBB7AE}">
      <dsp:nvSpPr>
        <dsp:cNvPr id="0" name=""/>
        <dsp:cNvSpPr/>
      </dsp:nvSpPr>
      <dsp:spPr>
        <a:xfrm>
          <a:off x="3430121" y="871909"/>
          <a:ext cx="3117565" cy="1870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Classificação de Close </a:t>
          </a:r>
          <a:r>
            <a:rPr lang="pt-BR" sz="1400" b="1" kern="1200" dirty="0" err="1"/>
            <a:t>to</a:t>
          </a:r>
          <a:r>
            <a:rPr lang="pt-BR" sz="1400" b="1" kern="1200" dirty="0"/>
            <a:t> </a:t>
          </a:r>
          <a:r>
            <a:rPr lang="pt-BR" sz="1400" b="1" kern="1200" dirty="0" err="1"/>
            <a:t>Failure</a:t>
          </a:r>
          <a:r>
            <a:rPr lang="pt-BR" sz="1400" kern="1200" dirty="0"/>
            <a:t>: identificar se um ativo está a menos de 20 ciclos da falha, permitindo ações preventivas mais assertivas.</a:t>
          </a:r>
        </a:p>
      </dsp:txBody>
      <dsp:txXfrm>
        <a:off x="3430121" y="871909"/>
        <a:ext cx="3117565" cy="1870539"/>
      </dsp:txXfrm>
    </dsp:sp>
    <dsp:sp modelId="{5F2B11B8-707E-40F6-9231-ECC2D62EDD35}">
      <dsp:nvSpPr>
        <dsp:cNvPr id="0" name=""/>
        <dsp:cNvSpPr/>
      </dsp:nvSpPr>
      <dsp:spPr>
        <a:xfrm>
          <a:off x="799" y="3054205"/>
          <a:ext cx="3117565" cy="1870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Predição de </a:t>
          </a:r>
          <a:r>
            <a:rPr lang="pt-BR" sz="1400" b="1" kern="1200" dirty="0" err="1"/>
            <a:t>Remaining</a:t>
          </a:r>
          <a:r>
            <a:rPr lang="pt-BR" sz="1400" b="1" kern="1200" dirty="0"/>
            <a:t> </a:t>
          </a:r>
          <a:r>
            <a:rPr lang="pt-BR" sz="1400" b="1" kern="1200" dirty="0" err="1"/>
            <a:t>Useful</a:t>
          </a:r>
          <a:r>
            <a:rPr lang="pt-BR" sz="1400" b="1" kern="1200" dirty="0"/>
            <a:t> Life (RUL)</a:t>
          </a:r>
          <a:r>
            <a:rPr lang="pt-BR" sz="1400" kern="1200" dirty="0"/>
            <a:t>: estimar o tempo restante de operação até a falha, fornecendo uma visão quantitativa que possibilita planejar intervenções com maior precisão.</a:t>
          </a:r>
        </a:p>
      </dsp:txBody>
      <dsp:txXfrm>
        <a:off x="799" y="3054205"/>
        <a:ext cx="3117565" cy="1870539"/>
      </dsp:txXfrm>
    </dsp:sp>
    <dsp:sp modelId="{A74BA999-E122-4583-B442-C82B49CD15F9}">
      <dsp:nvSpPr>
        <dsp:cNvPr id="0" name=""/>
        <dsp:cNvSpPr/>
      </dsp:nvSpPr>
      <dsp:spPr>
        <a:xfrm>
          <a:off x="3430121" y="3054205"/>
          <a:ext cx="3117565" cy="1870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O estudo foi conduzido a partir de um conjunto de dados contendo informações de 100 eventos de falha, incluindo variáveis de configuração e leituras de sensores. A partir desse material, foram desenvolvidos modelos estatísticos e de machine learning capazes de prever o comportamento dos ativos e apoiar decisões estratégicas de manutenção.</a:t>
          </a:r>
        </a:p>
      </dsp:txBody>
      <dsp:txXfrm>
        <a:off x="3430121" y="3054205"/>
        <a:ext cx="3117565" cy="18705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86A66-E6F0-4DE1-940A-B1325BBC8524}">
      <dsp:nvSpPr>
        <dsp:cNvPr id="0" name=""/>
        <dsp:cNvSpPr/>
      </dsp:nvSpPr>
      <dsp:spPr>
        <a:xfrm>
          <a:off x="0" y="1184900"/>
          <a:ext cx="5309402" cy="3185641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Apresentação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kern="1200" dirty="0"/>
            <a:t>A caracterização do problema e descrição das variáveis consideradas para os ativos.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kern="1200" dirty="0"/>
            <a:t>A metodologia aplicada para construção e avaliação dos modelos.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kern="1200" dirty="0"/>
            <a:t>Os resultados obtidos em termos de acurácia e métricas de desempenho (KPIs).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kern="1200" dirty="0"/>
            <a:t>Recomendações práticas sobre como a equipe de manutenção pode utilizar esses modelos para reduzir custos e aumentar a confiabilidade operacional.</a:t>
          </a:r>
        </a:p>
      </dsp:txBody>
      <dsp:txXfrm>
        <a:off x="0" y="1184900"/>
        <a:ext cx="5309402" cy="31856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FBCFF-25B6-4899-93E6-6E6A7C1AE50C}">
      <dsp:nvSpPr>
        <dsp:cNvPr id="0" name=""/>
        <dsp:cNvSpPr/>
      </dsp:nvSpPr>
      <dsp:spPr>
        <a:xfrm>
          <a:off x="1486" y="1163792"/>
          <a:ext cx="1028782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 err="1"/>
            <a:t>Runtime</a:t>
          </a:r>
          <a:endParaRPr lang="pt-BR" sz="1600" kern="1200" dirty="0"/>
        </a:p>
      </dsp:txBody>
      <dsp:txXfrm>
        <a:off x="1486" y="1163792"/>
        <a:ext cx="1028782" cy="411512"/>
      </dsp:txXfrm>
    </dsp:sp>
    <dsp:sp modelId="{4AE4E707-6198-4E26-A79E-1AC54664DEFA}">
      <dsp:nvSpPr>
        <dsp:cNvPr id="0" name=""/>
        <dsp:cNvSpPr/>
      </dsp:nvSpPr>
      <dsp:spPr>
        <a:xfrm>
          <a:off x="212200" y="1575305"/>
          <a:ext cx="1028782" cy="921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5DE63-F956-459F-8899-F385A24D44E8}">
      <dsp:nvSpPr>
        <dsp:cNvPr id="0" name=""/>
        <dsp:cNvSpPr/>
      </dsp:nvSpPr>
      <dsp:spPr>
        <a:xfrm>
          <a:off x="1186227" y="1241480"/>
          <a:ext cx="330634" cy="25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</dsp:txBody>
      <dsp:txXfrm>
        <a:off x="1186227" y="1292707"/>
        <a:ext cx="253793" cy="153683"/>
      </dsp:txXfrm>
    </dsp:sp>
    <dsp:sp modelId="{B09497CD-1B48-4E7D-8ED6-6906C8CB788D}">
      <dsp:nvSpPr>
        <dsp:cNvPr id="0" name=""/>
        <dsp:cNvSpPr/>
      </dsp:nvSpPr>
      <dsp:spPr>
        <a:xfrm>
          <a:off x="1654106" y="1163792"/>
          <a:ext cx="1028782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Setting1</a:t>
          </a:r>
          <a:endParaRPr lang="pt-BR" sz="1600" kern="1200" dirty="0"/>
        </a:p>
      </dsp:txBody>
      <dsp:txXfrm>
        <a:off x="1654106" y="1163792"/>
        <a:ext cx="1028782" cy="411512"/>
      </dsp:txXfrm>
    </dsp:sp>
    <dsp:sp modelId="{B1335990-EB2B-4240-AEB5-160EEC162F90}">
      <dsp:nvSpPr>
        <dsp:cNvPr id="0" name=""/>
        <dsp:cNvSpPr/>
      </dsp:nvSpPr>
      <dsp:spPr>
        <a:xfrm>
          <a:off x="1864821" y="1575305"/>
          <a:ext cx="1028782" cy="921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b="0" kern="1200" dirty="0"/>
            <a:t>Média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Mínimo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Máximo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Desvio Padrão</a:t>
          </a:r>
        </a:p>
      </dsp:txBody>
      <dsp:txXfrm>
        <a:off x="1891814" y="1602298"/>
        <a:ext cx="974796" cy="867614"/>
      </dsp:txXfrm>
    </dsp:sp>
    <dsp:sp modelId="{4EC3FF00-1755-4237-B92E-20ADD3CC2CCF}">
      <dsp:nvSpPr>
        <dsp:cNvPr id="0" name=""/>
        <dsp:cNvSpPr/>
      </dsp:nvSpPr>
      <dsp:spPr>
        <a:xfrm>
          <a:off x="2838848" y="1241480"/>
          <a:ext cx="330634" cy="25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</dsp:txBody>
      <dsp:txXfrm>
        <a:off x="2838848" y="1292707"/>
        <a:ext cx="253793" cy="153683"/>
      </dsp:txXfrm>
    </dsp:sp>
    <dsp:sp modelId="{67EFC139-3E71-4D26-AA8F-71DA9FF9C68A}">
      <dsp:nvSpPr>
        <dsp:cNvPr id="0" name=""/>
        <dsp:cNvSpPr/>
      </dsp:nvSpPr>
      <dsp:spPr>
        <a:xfrm>
          <a:off x="3306727" y="1163792"/>
          <a:ext cx="1028782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Setting2</a:t>
          </a:r>
          <a:endParaRPr lang="pt-BR" sz="1600" kern="1200" dirty="0"/>
        </a:p>
      </dsp:txBody>
      <dsp:txXfrm>
        <a:off x="3306727" y="1163792"/>
        <a:ext cx="1028782" cy="411512"/>
      </dsp:txXfrm>
    </dsp:sp>
    <dsp:sp modelId="{DEAB463C-DAF1-4EEA-A7DA-740A9501697C}">
      <dsp:nvSpPr>
        <dsp:cNvPr id="0" name=""/>
        <dsp:cNvSpPr/>
      </dsp:nvSpPr>
      <dsp:spPr>
        <a:xfrm>
          <a:off x="3517441" y="1575305"/>
          <a:ext cx="1028782" cy="921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b="0" kern="1200" dirty="0"/>
            <a:t>Média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Mínimo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Máximo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/>
            <a:t>Desvio Padrão</a:t>
          </a:r>
          <a:endParaRPr lang="pt-BR" sz="1100" kern="1200" dirty="0"/>
        </a:p>
      </dsp:txBody>
      <dsp:txXfrm>
        <a:off x="3544434" y="1602298"/>
        <a:ext cx="974796" cy="867614"/>
      </dsp:txXfrm>
    </dsp:sp>
    <dsp:sp modelId="{8D9BCC77-D35E-452D-A546-F03BFEB5945C}">
      <dsp:nvSpPr>
        <dsp:cNvPr id="0" name=""/>
        <dsp:cNvSpPr/>
      </dsp:nvSpPr>
      <dsp:spPr>
        <a:xfrm>
          <a:off x="4491469" y="1241480"/>
          <a:ext cx="330634" cy="25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</dsp:txBody>
      <dsp:txXfrm>
        <a:off x="4491469" y="1292707"/>
        <a:ext cx="253793" cy="153683"/>
      </dsp:txXfrm>
    </dsp:sp>
    <dsp:sp modelId="{FFF492EC-2E03-4EB4-81D9-EFBD7F7999BB}">
      <dsp:nvSpPr>
        <dsp:cNvPr id="0" name=""/>
        <dsp:cNvSpPr/>
      </dsp:nvSpPr>
      <dsp:spPr>
        <a:xfrm>
          <a:off x="4959348" y="1163792"/>
          <a:ext cx="1028782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Setting3</a:t>
          </a:r>
          <a:endParaRPr lang="pt-BR" sz="1600" kern="1200" dirty="0"/>
        </a:p>
      </dsp:txBody>
      <dsp:txXfrm>
        <a:off x="4959348" y="1163792"/>
        <a:ext cx="1028782" cy="411512"/>
      </dsp:txXfrm>
    </dsp:sp>
    <dsp:sp modelId="{B6F3CAAA-C60A-4437-B7FE-0AEE5D229E25}">
      <dsp:nvSpPr>
        <dsp:cNvPr id="0" name=""/>
        <dsp:cNvSpPr/>
      </dsp:nvSpPr>
      <dsp:spPr>
        <a:xfrm>
          <a:off x="5170062" y="1575305"/>
          <a:ext cx="1028782" cy="921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b="0" kern="1200"/>
            <a:t>Média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Mínimo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Máximo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Desvio Padrão</a:t>
          </a:r>
        </a:p>
      </dsp:txBody>
      <dsp:txXfrm>
        <a:off x="5197055" y="1602298"/>
        <a:ext cx="974796" cy="867614"/>
      </dsp:txXfrm>
    </dsp:sp>
    <dsp:sp modelId="{FED10953-A343-49E4-B882-AD6CACBC154D}">
      <dsp:nvSpPr>
        <dsp:cNvPr id="0" name=""/>
        <dsp:cNvSpPr/>
      </dsp:nvSpPr>
      <dsp:spPr>
        <a:xfrm>
          <a:off x="6144090" y="1241480"/>
          <a:ext cx="330634" cy="25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</dsp:txBody>
      <dsp:txXfrm>
        <a:off x="6144090" y="1292707"/>
        <a:ext cx="253793" cy="153683"/>
      </dsp:txXfrm>
    </dsp:sp>
    <dsp:sp modelId="{EC8F43EC-AAB4-4794-ACC5-D1E5A4769CBB}">
      <dsp:nvSpPr>
        <dsp:cNvPr id="0" name=""/>
        <dsp:cNvSpPr/>
      </dsp:nvSpPr>
      <dsp:spPr>
        <a:xfrm>
          <a:off x="6611968" y="1163792"/>
          <a:ext cx="1028782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Tag1</a:t>
          </a:r>
          <a:endParaRPr lang="pt-BR" sz="1600" kern="1200" dirty="0"/>
        </a:p>
      </dsp:txBody>
      <dsp:txXfrm>
        <a:off x="6611968" y="1163792"/>
        <a:ext cx="1028782" cy="411512"/>
      </dsp:txXfrm>
    </dsp:sp>
    <dsp:sp modelId="{FE8B2B5D-AB3F-466A-BB07-6F2C4D88A829}">
      <dsp:nvSpPr>
        <dsp:cNvPr id="0" name=""/>
        <dsp:cNvSpPr/>
      </dsp:nvSpPr>
      <dsp:spPr>
        <a:xfrm>
          <a:off x="6822683" y="1575305"/>
          <a:ext cx="1028782" cy="921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b="0" kern="1200" dirty="0"/>
            <a:t>Média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Mínimo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Máximo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Desvio Padrão</a:t>
          </a:r>
        </a:p>
      </dsp:txBody>
      <dsp:txXfrm>
        <a:off x="6849676" y="1602298"/>
        <a:ext cx="974796" cy="867614"/>
      </dsp:txXfrm>
    </dsp:sp>
    <dsp:sp modelId="{4B3607E6-978C-4320-8745-9D2BE5D519F2}">
      <dsp:nvSpPr>
        <dsp:cNvPr id="0" name=""/>
        <dsp:cNvSpPr/>
      </dsp:nvSpPr>
      <dsp:spPr>
        <a:xfrm>
          <a:off x="7796710" y="1241480"/>
          <a:ext cx="330634" cy="25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</dsp:txBody>
      <dsp:txXfrm>
        <a:off x="7796710" y="1292707"/>
        <a:ext cx="253793" cy="153683"/>
      </dsp:txXfrm>
    </dsp:sp>
    <dsp:sp modelId="{8FD50F42-C66E-4032-B50A-3BC0487381BA}">
      <dsp:nvSpPr>
        <dsp:cNvPr id="0" name=""/>
        <dsp:cNvSpPr/>
      </dsp:nvSpPr>
      <dsp:spPr>
        <a:xfrm>
          <a:off x="8264589" y="1163792"/>
          <a:ext cx="1028782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...</a:t>
          </a:r>
        </a:p>
      </dsp:txBody>
      <dsp:txXfrm>
        <a:off x="8264589" y="1163792"/>
        <a:ext cx="1028782" cy="411512"/>
      </dsp:txXfrm>
    </dsp:sp>
    <dsp:sp modelId="{E4F911AE-0651-4ECF-8180-8786C1124747}">
      <dsp:nvSpPr>
        <dsp:cNvPr id="0" name=""/>
        <dsp:cNvSpPr/>
      </dsp:nvSpPr>
      <dsp:spPr>
        <a:xfrm>
          <a:off x="8475304" y="1575305"/>
          <a:ext cx="1028782" cy="921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600" kern="1200"/>
            <a:t>...</a:t>
          </a:r>
          <a:endParaRPr lang="pt-BR" sz="1600" kern="1200" dirty="0"/>
        </a:p>
      </dsp:txBody>
      <dsp:txXfrm>
        <a:off x="8502297" y="1602298"/>
        <a:ext cx="974796" cy="867614"/>
      </dsp:txXfrm>
    </dsp:sp>
    <dsp:sp modelId="{A264279D-5CE4-4A39-ABC5-C267CD988617}">
      <dsp:nvSpPr>
        <dsp:cNvPr id="0" name=""/>
        <dsp:cNvSpPr/>
      </dsp:nvSpPr>
      <dsp:spPr>
        <a:xfrm>
          <a:off x="9449331" y="1241480"/>
          <a:ext cx="330634" cy="2561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</dsp:txBody>
      <dsp:txXfrm>
        <a:off x="9449331" y="1292707"/>
        <a:ext cx="253793" cy="153683"/>
      </dsp:txXfrm>
    </dsp:sp>
    <dsp:sp modelId="{2A4915F8-E941-4EB0-BD00-655C6E486DA1}">
      <dsp:nvSpPr>
        <dsp:cNvPr id="0" name=""/>
        <dsp:cNvSpPr/>
      </dsp:nvSpPr>
      <dsp:spPr>
        <a:xfrm>
          <a:off x="9917210" y="1163792"/>
          <a:ext cx="1028782" cy="691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Tag21</a:t>
          </a:r>
          <a:endParaRPr lang="pt-BR" sz="1600" kern="1200" dirty="0"/>
        </a:p>
      </dsp:txBody>
      <dsp:txXfrm>
        <a:off x="9917210" y="1163792"/>
        <a:ext cx="1028782" cy="411512"/>
      </dsp:txXfrm>
    </dsp:sp>
    <dsp:sp modelId="{233E8573-BD28-4C8B-A647-1DF3C27CE77A}">
      <dsp:nvSpPr>
        <dsp:cNvPr id="0" name=""/>
        <dsp:cNvSpPr/>
      </dsp:nvSpPr>
      <dsp:spPr>
        <a:xfrm>
          <a:off x="10127924" y="1575305"/>
          <a:ext cx="1028782" cy="921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b="0" kern="1200" dirty="0"/>
            <a:t>Média</a:t>
          </a:r>
          <a:endParaRPr lang="pt-B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Mínimo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Máximo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100" kern="1200" dirty="0"/>
            <a:t>Desvio Padrão</a:t>
          </a:r>
        </a:p>
      </dsp:txBody>
      <dsp:txXfrm>
        <a:off x="10154917" y="1602298"/>
        <a:ext cx="974796" cy="8676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DB835-D83C-46F0-A0FE-8678B5162E69}">
      <dsp:nvSpPr>
        <dsp:cNvPr id="0" name=""/>
        <dsp:cNvSpPr/>
      </dsp:nvSpPr>
      <dsp:spPr>
        <a:xfrm>
          <a:off x="0" y="0"/>
          <a:ext cx="1061421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EAB99-B567-4A28-99AC-3C590E2D1025}">
      <dsp:nvSpPr>
        <dsp:cNvPr id="0" name=""/>
        <dsp:cNvSpPr/>
      </dsp:nvSpPr>
      <dsp:spPr>
        <a:xfrm>
          <a:off x="0" y="0"/>
          <a:ext cx="2122842" cy="4948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0" y="0"/>
        <a:ext cx="2122842" cy="4948518"/>
      </dsp:txXfrm>
    </dsp:sp>
    <dsp:sp modelId="{369B4105-D366-4D35-9F94-ACC9A0DFC354}">
      <dsp:nvSpPr>
        <dsp:cNvPr id="0" name=""/>
        <dsp:cNvSpPr/>
      </dsp:nvSpPr>
      <dsp:spPr>
        <a:xfrm>
          <a:off x="2282055" y="77320"/>
          <a:ext cx="4086471" cy="1546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Balanceamento de Classes (</a:t>
          </a:r>
          <a:r>
            <a:rPr lang="pt-BR" sz="2400" kern="1200" dirty="0" err="1"/>
            <a:t>Classification</a:t>
          </a:r>
          <a:r>
            <a:rPr lang="pt-BR" sz="2400" kern="1200" dirty="0"/>
            <a:t>). </a:t>
          </a:r>
          <a:r>
            <a:rPr lang="pt-BR" sz="2400" kern="1200" dirty="0" err="1"/>
            <a:t>Ex</a:t>
          </a:r>
          <a:r>
            <a:rPr lang="pt-BR" sz="2400" kern="1200" dirty="0"/>
            <a:t>: </a:t>
          </a:r>
          <a:r>
            <a:rPr lang="pt-BR" sz="2400" b="0" i="0" kern="1200" dirty="0"/>
            <a:t>SMOTE</a:t>
          </a:r>
          <a:endParaRPr lang="pt-BR" sz="2400" kern="1200" dirty="0"/>
        </a:p>
      </dsp:txBody>
      <dsp:txXfrm>
        <a:off x="2282055" y="77320"/>
        <a:ext cx="4086471" cy="1546411"/>
      </dsp:txXfrm>
    </dsp:sp>
    <dsp:sp modelId="{CB83673F-1DFB-48D7-81B4-3DB80EC4AD16}">
      <dsp:nvSpPr>
        <dsp:cNvPr id="0" name=""/>
        <dsp:cNvSpPr/>
      </dsp:nvSpPr>
      <dsp:spPr>
        <a:xfrm>
          <a:off x="6527739" y="77320"/>
          <a:ext cx="4086471" cy="1546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i="0" kern="1200" dirty="0"/>
            <a:t>SMOTE</a:t>
          </a:r>
          <a:endParaRPr lang="pt-BR" sz="1000" kern="1200" dirty="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>
              <a:hlinkClick xmlns:r="http://schemas.openxmlformats.org/officeDocument/2006/relationships" r:id="rId1"/>
            </a:rPr>
            <a:t>https://imbalanced-learn.org/stable/references/generated/imblearn.over_sampling.SMOTE.html</a:t>
          </a:r>
          <a:endParaRPr lang="pt-BR" sz="1000" kern="1200" dirty="0"/>
        </a:p>
      </dsp:txBody>
      <dsp:txXfrm>
        <a:off x="6527739" y="77320"/>
        <a:ext cx="4086471" cy="1546411"/>
      </dsp:txXfrm>
    </dsp:sp>
    <dsp:sp modelId="{427DBE3D-EC07-487F-BEA1-08E593943B3B}">
      <dsp:nvSpPr>
        <dsp:cNvPr id="0" name=""/>
        <dsp:cNvSpPr/>
      </dsp:nvSpPr>
      <dsp:spPr>
        <a:xfrm>
          <a:off x="2122842" y="1623732"/>
          <a:ext cx="84913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3EBC6-324B-4A26-A5E2-3F33A6F46762}">
      <dsp:nvSpPr>
        <dsp:cNvPr id="0" name=""/>
        <dsp:cNvSpPr/>
      </dsp:nvSpPr>
      <dsp:spPr>
        <a:xfrm>
          <a:off x="2282055" y="1701053"/>
          <a:ext cx="4086471" cy="1546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Avaliar efeito de maior período da janela das métricas (Features). </a:t>
          </a:r>
          <a:r>
            <a:rPr lang="pt-BR" sz="2400" kern="1200" dirty="0" err="1"/>
            <a:t>Ex</a:t>
          </a:r>
          <a:r>
            <a:rPr lang="pt-BR" sz="2400" kern="1200" dirty="0"/>
            <a:t>: </a:t>
          </a:r>
          <a:r>
            <a:rPr lang="pt-BR" sz="2400" b="0" i="0" kern="1200" dirty="0"/>
            <a:t>SMOTE</a:t>
          </a:r>
          <a:endParaRPr lang="pt-BR" sz="2400" b="0" kern="1200" dirty="0"/>
        </a:p>
      </dsp:txBody>
      <dsp:txXfrm>
        <a:off x="2282055" y="1701053"/>
        <a:ext cx="4086471" cy="1546411"/>
      </dsp:txXfrm>
    </dsp:sp>
    <dsp:sp modelId="{CA427285-019A-471E-B1B3-723ECBF1E5B0}">
      <dsp:nvSpPr>
        <dsp:cNvPr id="0" name=""/>
        <dsp:cNvSpPr/>
      </dsp:nvSpPr>
      <dsp:spPr>
        <a:xfrm>
          <a:off x="2122842" y="3247464"/>
          <a:ext cx="84913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1BFEBE-EE3F-4BB6-897F-6CE57540A494}">
      <dsp:nvSpPr>
        <dsp:cNvPr id="0" name=""/>
        <dsp:cNvSpPr/>
      </dsp:nvSpPr>
      <dsp:spPr>
        <a:xfrm>
          <a:off x="2282055" y="3324785"/>
          <a:ext cx="4086471" cy="1546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Utilizar a predição de RUL na Classificação. Ou, usar a predição de Classificação na predição de RUL</a:t>
          </a:r>
          <a:endParaRPr lang="pt-BR" sz="2400" kern="1200" dirty="0"/>
        </a:p>
      </dsp:txBody>
      <dsp:txXfrm>
        <a:off x="2282055" y="3324785"/>
        <a:ext cx="4086471" cy="1546411"/>
      </dsp:txXfrm>
    </dsp:sp>
    <dsp:sp modelId="{523F9227-928A-4DDF-B36A-C1C5755590BD}">
      <dsp:nvSpPr>
        <dsp:cNvPr id="0" name=""/>
        <dsp:cNvSpPr/>
      </dsp:nvSpPr>
      <dsp:spPr>
        <a:xfrm>
          <a:off x="2122842" y="4871197"/>
          <a:ext cx="84913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058C0-CD33-41EE-A862-CA0EDDE9DBC3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A43CF-28A5-4086-A4EC-21C3E02702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698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A43CF-28A5-4086-A4EC-21C3E027023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063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11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42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13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37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467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19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98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004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9440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4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778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6A6C035A-2545-4EA5-BE38-B44C814C20C4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1B8CE2A0-DC41-4562-95F2-0189E68356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57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lucasrigobello/predictivemaintenance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DF408-1229-EC80-0044-3DABF6D7C2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2800" dirty="0"/>
              <a:t>Case</a:t>
            </a:r>
            <a:br>
              <a:rPr lang="pt-BR" b="1" dirty="0"/>
            </a:br>
            <a:r>
              <a:rPr lang="pt-BR" b="1" dirty="0" err="1"/>
              <a:t>Predictive</a:t>
            </a:r>
            <a:r>
              <a:rPr lang="pt-BR" b="1" dirty="0"/>
              <a:t> </a:t>
            </a:r>
            <a:r>
              <a:rPr lang="pt-BR" b="1" dirty="0" err="1"/>
              <a:t>Maintanance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D58BA8-ABC2-1A73-F0ED-83AF966D5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Apresentação de Análise de resultado de modelos preditivos</a:t>
            </a:r>
          </a:p>
        </p:txBody>
      </p:sp>
    </p:spTree>
    <p:extLst>
      <p:ext uri="{BB962C8B-B14F-4D97-AF65-F5344CB8AC3E}">
        <p14:creationId xmlns:p14="http://schemas.microsoft.com/office/powerpoint/2010/main" val="327668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9AE96-AD58-0985-3524-5FC8FD4F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0"/>
            <a:ext cx="10772775" cy="1658198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13AC961C-8A4E-A459-D439-A1B94FB07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9445152"/>
              </p:ext>
            </p:extLst>
          </p:nvPr>
        </p:nvGraphicFramePr>
        <p:xfrm>
          <a:off x="78556" y="622168"/>
          <a:ext cx="6548487" cy="5796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E972123-E919-2D66-78FA-30862E6409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9821835"/>
              </p:ext>
            </p:extLst>
          </p:nvPr>
        </p:nvGraphicFramePr>
        <p:xfrm>
          <a:off x="6804041" y="735291"/>
          <a:ext cx="5309402" cy="5555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63072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41292-8D1A-5244-56F5-02D33DC9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E0819-8AB3-77A2-22F9-D14798AE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(Features)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82848DB-19C3-3401-F404-DFD2BFD7B0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5422903"/>
              </p:ext>
            </p:extLst>
          </p:nvPr>
        </p:nvGraphicFramePr>
        <p:xfrm>
          <a:off x="886119" y="1630837"/>
          <a:ext cx="11158193" cy="3660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558E19CB-4124-5682-3465-DC8BD25B94CD}"/>
              </a:ext>
            </a:extLst>
          </p:cNvPr>
          <p:cNvSpPr txBox="1"/>
          <p:nvPr/>
        </p:nvSpPr>
        <p:spPr>
          <a:xfrm>
            <a:off x="1572" y="3355301"/>
            <a:ext cx="988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Features</a:t>
            </a:r>
          </a:p>
          <a:p>
            <a:r>
              <a:rPr lang="pt-BR" dirty="0"/>
              <a:t>Criadas</a:t>
            </a:r>
          </a:p>
        </p:txBody>
      </p:sp>
    </p:spTree>
    <p:extLst>
      <p:ext uri="{BB962C8B-B14F-4D97-AF65-F5344CB8AC3E}">
        <p14:creationId xmlns:p14="http://schemas.microsoft.com/office/powerpoint/2010/main" val="281229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41309-913A-0053-C376-8FA6502F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85271-88BD-8EDB-5588-4DD47302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EDA (Análise Exploratória de Dados)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3638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B7B7E-D635-A2FC-962A-91CD3ECA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5BD41-6F43-4ADB-25A5-F200C8719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919274" cy="1658198"/>
          </a:xfrm>
        </p:spPr>
        <p:txBody>
          <a:bodyPr/>
          <a:lstStyle/>
          <a:p>
            <a:r>
              <a:rPr lang="pt-BR" b="1" dirty="0"/>
              <a:t>EDA (Análise Exploratória de Dados)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F67AFDF-728D-5B52-C041-E25EA5D7B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80" y="1514172"/>
            <a:ext cx="4800000" cy="360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0B2B163-15ED-D654-0177-00683F606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14172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7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DD1D-6828-39EE-EB10-34FBF720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02EBD-5BED-B35A-7FA5-111211D86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22969" cy="1658198"/>
          </a:xfrm>
        </p:spPr>
        <p:txBody>
          <a:bodyPr/>
          <a:lstStyle/>
          <a:p>
            <a:r>
              <a:rPr lang="pt-BR" b="1" dirty="0"/>
              <a:t>EDA (Análise Exploratória de Dados)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F72AF5-1D3B-9CFE-0F73-EAD79BB091A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000" y="91505"/>
            <a:ext cx="4800000" cy="360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F6ECCE1-F87A-BC6C-DF26-95EE000B596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" y="1241183"/>
            <a:ext cx="4800000" cy="360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F344DEF-68B7-50BF-15A1-261264D898E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450" y="3258000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28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F3B45-1110-9A3D-30DD-46FCB500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79C63-E05C-4FF6-32A2-7710C803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843860" cy="1658198"/>
          </a:xfrm>
        </p:spPr>
        <p:txBody>
          <a:bodyPr/>
          <a:lstStyle/>
          <a:p>
            <a:r>
              <a:rPr lang="pt-BR" b="1" dirty="0"/>
              <a:t>EDA (Análise Exploratória de Dados)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EBC1ACA-F649-E088-618B-51514B9BD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16" y="1629000"/>
            <a:ext cx="4800000" cy="360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C6FF789-E8A6-4E5F-87F6-3AA4A30EA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29000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1823-3956-7FEC-FE27-16B2400B6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CA35A-F6D9-47F5-254A-7E1B0121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768445" cy="1658198"/>
          </a:xfrm>
        </p:spPr>
        <p:txBody>
          <a:bodyPr/>
          <a:lstStyle/>
          <a:p>
            <a:r>
              <a:rPr lang="pt-BR" b="1" dirty="0"/>
              <a:t>EDA (Análise Exploratória de Dados)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B6B20CE-4D87-FF1A-FC76-562FB3561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29000"/>
            <a:ext cx="4800000" cy="360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45A04A5-C5E4-90BD-DC2F-574A89A4E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11" y="1629000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90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5CA5A-99FE-C5AB-33A8-159092DC6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1E4F2-3CB5-1650-4E5A-CFFFF51A8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891860" cy="923827"/>
          </a:xfrm>
        </p:spPr>
        <p:txBody>
          <a:bodyPr/>
          <a:lstStyle/>
          <a:p>
            <a:r>
              <a:rPr lang="pt-BR" b="1" dirty="0"/>
              <a:t>EDA (Análise Exploratória de Dados)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5FB8451-A78B-6B74-C74C-BE331116D22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258000"/>
            <a:ext cx="7200000" cy="360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6FF162-6DBB-9296-FDA9-94B28766306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5599" y="392252"/>
            <a:ext cx="7200000" cy="3600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321FE6B8-DEA5-E09B-0A6E-B16F9F715A0B}"/>
              </a:ext>
            </a:extLst>
          </p:cNvPr>
          <p:cNvSpPr txBox="1">
            <a:spLocks/>
          </p:cNvSpPr>
          <p:nvPr/>
        </p:nvSpPr>
        <p:spPr>
          <a:xfrm>
            <a:off x="5960266" y="740004"/>
            <a:ext cx="2957491" cy="923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solidFill>
                  <a:srgbClr val="002060"/>
                </a:solidFill>
              </a:rPr>
              <a:t>Todas as Features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66AAF08-2240-BCF2-8C77-85ED224B6D9D}"/>
              </a:ext>
            </a:extLst>
          </p:cNvPr>
          <p:cNvSpPr txBox="1">
            <a:spLocks/>
          </p:cNvSpPr>
          <p:nvPr/>
        </p:nvSpPr>
        <p:spPr>
          <a:xfrm>
            <a:off x="2828041" y="4665748"/>
            <a:ext cx="3267959" cy="923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solidFill>
                  <a:srgbClr val="002060"/>
                </a:solidFill>
              </a:rPr>
              <a:t>Features Selecionadas com </a:t>
            </a:r>
            <a:r>
              <a:rPr lang="pt-BR" sz="3300" b="1" dirty="0" err="1">
                <a:solidFill>
                  <a:srgbClr val="002060"/>
                </a:solidFill>
              </a:rPr>
              <a:t>Variance</a:t>
            </a:r>
            <a:r>
              <a:rPr lang="pt-BR" sz="3300" b="1" dirty="0">
                <a:solidFill>
                  <a:srgbClr val="002060"/>
                </a:solidFill>
              </a:rPr>
              <a:t> </a:t>
            </a:r>
            <a:r>
              <a:rPr lang="pt-BR" sz="3300" b="1" dirty="0" err="1">
                <a:solidFill>
                  <a:srgbClr val="002060"/>
                </a:solidFill>
              </a:rPr>
              <a:t>Threshold</a:t>
            </a:r>
            <a:endParaRPr lang="pt-BR" sz="3300" b="1" dirty="0">
              <a:solidFill>
                <a:srgbClr val="002060"/>
              </a:solidFill>
            </a:endParaRPr>
          </a:p>
          <a:p>
            <a:endParaRPr lang="pt-BR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876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E659-861F-FDC0-57B7-1FF1BA41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3D014-11FB-7CE3-7007-C0F4776F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72775" cy="848412"/>
          </a:xfrm>
        </p:spPr>
        <p:txBody>
          <a:bodyPr/>
          <a:lstStyle/>
          <a:p>
            <a:r>
              <a:rPr lang="pt-BR" b="1" dirty="0"/>
              <a:t>EDA (Análise Exploratória de Dados)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FB8F8FF-AC90-6253-146D-177B91B3A19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0"/>
            <a:ext cx="8001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4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EED92-734A-D335-CE01-B2C857D86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C3B8D-49E2-1890-BA7E-55A1880071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Modelo de Classificação</a:t>
            </a:r>
            <a:br>
              <a:rPr lang="pt-BR" b="1" dirty="0"/>
            </a:br>
            <a:r>
              <a:rPr lang="pt-BR" b="1" dirty="0"/>
              <a:t>Close </a:t>
            </a:r>
            <a:r>
              <a:rPr lang="pt-BR" b="1" dirty="0" err="1"/>
              <a:t>to</a:t>
            </a:r>
            <a:r>
              <a:rPr lang="pt-BR" b="1" dirty="0"/>
              <a:t> </a:t>
            </a:r>
            <a:r>
              <a:rPr lang="pt-BR" b="1" dirty="0" err="1"/>
              <a:t>Failure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08879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01C2B-17D3-8087-E4FD-D8B977B1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0B404-FBC6-577C-36D1-781E1D13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72775" cy="1658198"/>
          </a:xfrm>
        </p:spPr>
        <p:txBody>
          <a:bodyPr>
            <a:normAutofit/>
          </a:bodyPr>
          <a:lstStyle/>
          <a:p>
            <a:r>
              <a:rPr lang="pt-BR" b="1" dirty="0"/>
              <a:t>Close </a:t>
            </a:r>
            <a:r>
              <a:rPr lang="pt-BR" b="1" dirty="0" err="1"/>
              <a:t>to</a:t>
            </a:r>
            <a:r>
              <a:rPr lang="pt-BR" b="1" dirty="0"/>
              <a:t> </a:t>
            </a:r>
            <a:r>
              <a:rPr lang="pt-BR" b="1" dirty="0" err="1"/>
              <a:t>Failure</a:t>
            </a:r>
            <a:r>
              <a:rPr lang="pt-BR" b="1" dirty="0"/>
              <a:t> (Classificação)</a:t>
            </a:r>
            <a:br>
              <a:rPr lang="pt-BR" b="1" dirty="0"/>
            </a:br>
            <a:r>
              <a:rPr lang="pt-BR" sz="2700" b="1" dirty="0"/>
              <a:t>Informação se o ativo irá falhar após mais de 20 ciclos</a:t>
            </a:r>
            <a:endParaRPr lang="pt-BR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8A960B5-E26D-92BF-721B-165476D95E20}"/>
              </a:ext>
            </a:extLst>
          </p:cNvPr>
          <p:cNvSpPr txBox="1">
            <a:spLocks/>
          </p:cNvSpPr>
          <p:nvPr/>
        </p:nvSpPr>
        <p:spPr>
          <a:xfrm>
            <a:off x="172809" y="1548010"/>
            <a:ext cx="3418804" cy="1594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solidFill>
                  <a:srgbClr val="002060"/>
                </a:solidFill>
              </a:rPr>
              <a:t>Modelo escolhido: </a:t>
            </a:r>
          </a:p>
          <a:p>
            <a:r>
              <a:rPr lang="pt-BR" b="1" dirty="0" err="1">
                <a:solidFill>
                  <a:srgbClr val="002060"/>
                </a:solidFill>
              </a:rPr>
              <a:t>Gradient</a:t>
            </a:r>
            <a:endParaRPr lang="pt-BR" b="1" dirty="0">
              <a:solidFill>
                <a:srgbClr val="002060"/>
              </a:solidFill>
            </a:endParaRPr>
          </a:p>
          <a:p>
            <a:r>
              <a:rPr lang="pt-BR" b="1" dirty="0" err="1">
                <a:solidFill>
                  <a:srgbClr val="002060"/>
                </a:solidFill>
              </a:rPr>
              <a:t>Boosting</a:t>
            </a:r>
            <a:endParaRPr lang="pt-BR" sz="3300" b="1" dirty="0">
              <a:solidFill>
                <a:srgbClr val="002060"/>
              </a:solidFill>
            </a:endParaRP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6CD88EE2-4EE7-580E-5CAF-62A6D9995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444810"/>
              </p:ext>
            </p:extLst>
          </p:nvPr>
        </p:nvGraphicFramePr>
        <p:xfrm>
          <a:off x="3891192" y="145366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3119369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646432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7565535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752342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323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Label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Precisão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Support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31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6068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377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361821"/>
                  </a:ext>
                </a:extLst>
              </a:tr>
            </a:tbl>
          </a:graphicData>
        </a:graphic>
      </p:graphicFrame>
      <p:sp>
        <p:nvSpPr>
          <p:cNvPr id="13" name="Título 1">
            <a:extLst>
              <a:ext uri="{FF2B5EF4-FFF2-40B4-BE49-F238E27FC236}">
                <a16:creationId xmlns:a16="http://schemas.microsoft.com/office/drawing/2014/main" id="{A717640C-D809-A32C-D4C3-6EFA3FD071E6}"/>
              </a:ext>
            </a:extLst>
          </p:cNvPr>
          <p:cNvSpPr txBox="1">
            <a:spLocks/>
          </p:cNvSpPr>
          <p:nvPr/>
        </p:nvSpPr>
        <p:spPr>
          <a:xfrm>
            <a:off x="3891192" y="2566184"/>
            <a:ext cx="2434734" cy="9238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 err="1">
                <a:solidFill>
                  <a:srgbClr val="002060"/>
                </a:solidFill>
              </a:rPr>
              <a:t>Accuracy</a:t>
            </a:r>
            <a:r>
              <a:rPr lang="pt-BR" sz="3200" b="1" dirty="0">
                <a:solidFill>
                  <a:srgbClr val="002060"/>
                </a:solidFill>
              </a:rPr>
              <a:t>: 0,98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BA3F642-56C8-0933-0047-FDEC9354C45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0" y="2695575"/>
            <a:ext cx="515302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01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67301-30C4-CD0F-747E-E99000A92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9C5FF-5A1C-6BAF-2CFB-9ADFEE2DA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Modelo Preditivo</a:t>
            </a:r>
            <a:br>
              <a:rPr lang="pt-BR" b="1" dirty="0"/>
            </a:br>
            <a:r>
              <a:rPr lang="pt-BR" b="1" dirty="0" err="1"/>
              <a:t>Remaining</a:t>
            </a:r>
            <a:r>
              <a:rPr lang="pt-BR" b="1" dirty="0"/>
              <a:t> </a:t>
            </a:r>
            <a:r>
              <a:rPr lang="pt-BR" b="1" dirty="0" err="1"/>
              <a:t>Useful</a:t>
            </a:r>
            <a:r>
              <a:rPr lang="pt-BR" b="1" dirty="0"/>
              <a:t> Life</a:t>
            </a:r>
          </a:p>
        </p:txBody>
      </p:sp>
    </p:spTree>
    <p:extLst>
      <p:ext uri="{BB962C8B-B14F-4D97-AF65-F5344CB8AC3E}">
        <p14:creationId xmlns:p14="http://schemas.microsoft.com/office/powerpoint/2010/main" val="4249510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A48EA-95AD-0319-D632-CB054922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8788E-25FE-77A3-A779-6A017F48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772775" cy="1658198"/>
          </a:xfrm>
        </p:spPr>
        <p:txBody>
          <a:bodyPr>
            <a:normAutofit/>
          </a:bodyPr>
          <a:lstStyle/>
          <a:p>
            <a:r>
              <a:rPr lang="pt-BR" b="1" dirty="0"/>
              <a:t>RUL (Predição)</a:t>
            </a:r>
            <a:br>
              <a:rPr lang="pt-BR" b="1" dirty="0"/>
            </a:br>
            <a:r>
              <a:rPr lang="pt-BR" sz="2700" b="1" dirty="0"/>
              <a:t>Informação </a:t>
            </a:r>
            <a:r>
              <a:rPr lang="pt-BR" sz="2700" b="1" dirty="0" err="1"/>
              <a:t>Remaining</a:t>
            </a:r>
            <a:r>
              <a:rPr lang="pt-BR" sz="2700" b="1" dirty="0"/>
              <a:t> </a:t>
            </a:r>
            <a:r>
              <a:rPr lang="pt-BR" sz="2700" b="1" dirty="0" err="1"/>
              <a:t>Useful</a:t>
            </a:r>
            <a:r>
              <a:rPr lang="pt-BR" sz="2700" b="1" dirty="0"/>
              <a:t> Life – RUL (tempo restante até a falha</a:t>
            </a:r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9304CA9-9F21-B9FD-46BC-4FE2F7E89A6C}"/>
              </a:ext>
            </a:extLst>
          </p:cNvPr>
          <p:cNvSpPr txBox="1">
            <a:spLocks/>
          </p:cNvSpPr>
          <p:nvPr/>
        </p:nvSpPr>
        <p:spPr>
          <a:xfrm>
            <a:off x="172808" y="1548010"/>
            <a:ext cx="3718383" cy="1594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solidFill>
                  <a:srgbClr val="002060"/>
                </a:solidFill>
              </a:rPr>
              <a:t>Modelo escolhido: </a:t>
            </a:r>
          </a:p>
          <a:p>
            <a:r>
              <a:rPr lang="pt-BR" b="1" dirty="0" err="1">
                <a:solidFill>
                  <a:srgbClr val="002060"/>
                </a:solidFill>
              </a:rPr>
              <a:t>RandomForest</a:t>
            </a:r>
            <a:endParaRPr lang="pt-BR" sz="3300" b="1" dirty="0">
              <a:solidFill>
                <a:srgbClr val="002060"/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6A85353-7F9B-5876-5B74-CC36C7699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071829"/>
              </p:ext>
            </p:extLst>
          </p:nvPr>
        </p:nvGraphicFramePr>
        <p:xfrm>
          <a:off x="3891192" y="1453664"/>
          <a:ext cx="8236429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429">
                  <a:extLst>
                    <a:ext uri="{9D8B030D-6E8A-4147-A177-3AD203B41FA5}">
                      <a16:colId xmlns:a16="http://schemas.microsoft.com/office/drawing/2014/main" val="2311936967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464643224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575655355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575234202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732335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Label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Mean</a:t>
                      </a:r>
                      <a:r>
                        <a:rPr lang="pt-BR" dirty="0"/>
                        <a:t> Absolute </a:t>
                      </a:r>
                      <a:r>
                        <a:rPr lang="pt-BR" dirty="0" err="1"/>
                        <a:t>Error</a:t>
                      </a:r>
                      <a:r>
                        <a:rPr lang="pt-BR" dirty="0"/>
                        <a:t>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 err="1"/>
                        <a:t>Mean</a:t>
                      </a:r>
                      <a:r>
                        <a:rPr lang="pt-BR" b="1" dirty="0"/>
                        <a:t> </a:t>
                      </a:r>
                      <a:r>
                        <a:rPr lang="pt-BR" b="1" dirty="0" err="1"/>
                        <a:t>Squared</a:t>
                      </a:r>
                      <a:r>
                        <a:rPr lang="pt-BR" b="1" dirty="0"/>
                        <a:t> </a:t>
                      </a:r>
                      <a:r>
                        <a:rPr lang="pt-BR" b="1" dirty="0" err="1"/>
                        <a:t>Error</a:t>
                      </a:r>
                      <a:r>
                        <a:rPr lang="pt-BR" b="1" dirty="0"/>
                        <a:t> (MSE)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Root Mean Squared Error (RMSE)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R-</a:t>
                      </a:r>
                      <a:r>
                        <a:rPr lang="pt-BR" sz="18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squared</a:t>
                      </a:r>
                      <a:r>
                        <a:rPr lang="pt-B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(R2) Score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31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Train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8,34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145,18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377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909,57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30,16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361821"/>
                  </a:ext>
                </a:extLst>
              </a:tr>
            </a:tbl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13A929FA-76C7-36F8-B5FF-82A76C4E85C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3106304"/>
            <a:ext cx="4025152" cy="3168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479F089-1380-6ADD-4D5F-22A0F0D9B1B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62029" y="3236640"/>
            <a:ext cx="4187330" cy="3168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328DD3B-63B5-0438-F26B-BC3DFF2791E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70669" y="3236640"/>
            <a:ext cx="4121331" cy="31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42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1A09-2953-A731-1767-D9E523A1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D564-8B04-8E54-CF7E-BF2FF58E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286871"/>
            <a:ext cx="10772775" cy="848412"/>
          </a:xfrm>
        </p:spPr>
        <p:txBody>
          <a:bodyPr/>
          <a:lstStyle/>
          <a:p>
            <a:r>
              <a:rPr lang="pt-BR" b="1" dirty="0"/>
              <a:t>Oportunidades</a:t>
            </a:r>
            <a:endParaRPr lang="pt-BR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90B5E03A-D6B7-CD40-D6A0-F6E3F65828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0585515"/>
              </p:ext>
            </p:extLst>
          </p:nvPr>
        </p:nvGraphicFramePr>
        <p:xfrm>
          <a:off x="322729" y="1039907"/>
          <a:ext cx="10614211" cy="4948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079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9D603-7B52-3D4F-017A-CEA433841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Muito obrigado!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4886AF-B223-1B73-EBE3-15C2F56F3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6656" y="5909734"/>
            <a:ext cx="9229344" cy="849285"/>
          </a:xfrm>
        </p:spPr>
        <p:txBody>
          <a:bodyPr>
            <a:normAutofit/>
          </a:bodyPr>
          <a:lstStyle/>
          <a:p>
            <a:r>
              <a:rPr lang="pt-BR" sz="1800" dirty="0"/>
              <a:t>Lucas da Silva Rigobello</a:t>
            </a:r>
          </a:p>
          <a:p>
            <a:r>
              <a:rPr lang="pt-BR" sz="1800" dirty="0"/>
              <a:t>lucasrigobello@gmail.com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4AEA15D-8D56-4582-459F-CD7D5B0204F3}"/>
              </a:ext>
            </a:extLst>
          </p:cNvPr>
          <p:cNvSpPr/>
          <p:nvPr/>
        </p:nvSpPr>
        <p:spPr>
          <a:xfrm>
            <a:off x="0" y="-1"/>
            <a:ext cx="12192000" cy="5418668"/>
          </a:xfrm>
          <a:prstGeom prst="rect">
            <a:avLst/>
          </a:prstGeom>
          <a:solidFill>
            <a:srgbClr val="F0F5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85C05ED-D484-4656-4F0A-DEEEBA985527}"/>
              </a:ext>
            </a:extLst>
          </p:cNvPr>
          <p:cNvSpPr txBox="1"/>
          <p:nvPr/>
        </p:nvSpPr>
        <p:spPr>
          <a:xfrm>
            <a:off x="1250397" y="3703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https://github.com/lucasrigobello/predictivemaintenance</a:t>
            </a:r>
            <a:endParaRPr lang="pt-BR" dirty="0"/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FC82F1B8-595F-37C4-81F0-1FA424D17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56" y="3429000"/>
            <a:ext cx="644250" cy="64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140CFED-7285-7B59-E161-B7516FDE598B}"/>
              </a:ext>
            </a:extLst>
          </p:cNvPr>
          <p:cNvSpPr txBox="1"/>
          <p:nvPr/>
        </p:nvSpPr>
        <p:spPr>
          <a:xfrm>
            <a:off x="998781" y="2337768"/>
            <a:ext cx="39766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Projeto desenvolvido para o Case pode ser encontrado no Github.</a:t>
            </a:r>
          </a:p>
          <a:p>
            <a:r>
              <a:rPr lang="pt-BR" dirty="0"/>
              <a:t>- Foi construído uma estrutura para servir os modelos criados via </a:t>
            </a:r>
            <a:r>
              <a:rPr lang="pt-BR" dirty="0" err="1"/>
              <a:t>FastAPI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626251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Metropolitano">
      <a:dk1>
        <a:sysClr val="windowText" lastClr="000000"/>
      </a:dk1>
      <a:lt1>
        <a:sysClr val="window" lastClr="FFFFFF"/>
      </a:lt1>
      <a:dk2>
        <a:srgbClr val="471101"/>
      </a:dk2>
      <a:lt2>
        <a:srgbClr val="E7E8E2"/>
      </a:lt2>
      <a:accent1>
        <a:srgbClr val="A6B727"/>
      </a:accent1>
      <a:accent2>
        <a:srgbClr val="F04304"/>
      </a:accent2>
      <a:accent3>
        <a:srgbClr val="EF8606"/>
      </a:accent3>
      <a:accent4>
        <a:srgbClr val="F2C100"/>
      </a:accent4>
      <a:accent5>
        <a:srgbClr val="A65001"/>
      </a:accent5>
      <a:accent6>
        <a:srgbClr val="BA9585"/>
      </a:accent6>
      <a:hlink>
        <a:srgbClr val="00B0F0"/>
      </a:hlink>
      <a:folHlink>
        <a:srgbClr val="7F7F7F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A8A2BB7-7C5E-4EB2-B1F1-CFFF0F57E77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102</TotalTime>
  <Words>554</Words>
  <Application>Microsoft Office PowerPoint</Application>
  <PresentationFormat>Widescreen</PresentationFormat>
  <Paragraphs>105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Metropolitano</vt:lpstr>
      <vt:lpstr>Case Predictive Maintanance</vt:lpstr>
      <vt:lpstr>Introdução</vt:lpstr>
      <vt:lpstr>Variáveis (Features)</vt:lpstr>
      <vt:lpstr>EDA (Análise Exploratória de Dados)</vt:lpstr>
      <vt:lpstr>EDA (Análise Exploratória de Dados)</vt:lpstr>
      <vt:lpstr>EDA (Análise Exploratória de Dados)</vt:lpstr>
      <vt:lpstr>EDA (Análise Exploratória de Dados)</vt:lpstr>
      <vt:lpstr>EDA (Análise Exploratória de Dados)</vt:lpstr>
      <vt:lpstr>EDA (Análise Exploratória de Dados)</vt:lpstr>
      <vt:lpstr>EDA (Análise Exploratória de Dados)</vt:lpstr>
      <vt:lpstr>Modelo de Classificação Close to Failure</vt:lpstr>
      <vt:lpstr>Close to Failure (Classificação) Informação se o ativo irá falhar após mais de 20 ciclos</vt:lpstr>
      <vt:lpstr>Modelo Preditivo Remaining Useful Life</vt:lpstr>
      <vt:lpstr>RUL (Predição) Informação Remaining Useful Life – RUL (tempo restante até a falha</vt:lpstr>
      <vt:lpstr>Oportunidades</vt:lpstr>
      <vt:lpstr>Muito 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Rigobello</dc:creator>
  <cp:lastModifiedBy>Lucas Rigobello</cp:lastModifiedBy>
  <cp:revision>4</cp:revision>
  <dcterms:created xsi:type="dcterms:W3CDTF">2025-12-07T14:26:07Z</dcterms:created>
  <dcterms:modified xsi:type="dcterms:W3CDTF">2025-12-08T01:02:51Z</dcterms:modified>
</cp:coreProperties>
</file>