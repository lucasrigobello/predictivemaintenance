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3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9"/>
    <p:sldId id="270" r:id="rId10"/>
    <p:sldId id="271" r:id="rId11"/>
    <p:sldId id="274" r:id="rId12"/>
    <p:sldId id="262" r:id="rId13"/>
    <p:sldId id="275" r:id="rId14"/>
    <p:sldId id="272" r:id="rId15"/>
    <p:sldId id="276" r:id="rId16"/>
    <p:sldId id="277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5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_rels/data4.xml.rels><?xml version="1.0" encoding="UTF-8" standalone="yes"?>
<Relationships xmlns="http://schemas.openxmlformats.org/package/2006/relationships"><Relationship Id="rId1" Type="http://schemas.openxmlformats.org/officeDocument/2006/relationships/hyperlink" Target="https://imbalanced-learn.org/stable/references/generated/imblearn.over_sampling.SMOTE.html" TargetMode="External"/></Relationships>
</file>

<file path=ppt/diagrams/_rels/drawing4.xml.rels><?xml version="1.0" encoding="UTF-8" standalone="yes"?>
<Relationships xmlns="http://schemas.openxmlformats.org/package/2006/relationships"><Relationship Id="rId1" Type="http://schemas.openxmlformats.org/officeDocument/2006/relationships/hyperlink" Target="https://imbalanced-learn.org/stable/references/generated/imblearn.over_sampling.SMOTE.html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25E6188-E28E-442E-BF81-3FE8B12CA1D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74EBD112-B0B4-4BC6-8B2E-410CD5F984A7}">
      <dgm:prSet phldrT="[Texto]"/>
      <dgm:spPr/>
      <dgm:t>
        <a:bodyPr/>
        <a:lstStyle/>
        <a:p>
          <a:pPr>
            <a:buNone/>
          </a:pPr>
          <a:r>
            <a:rPr lang="pt-BR" dirty="0"/>
            <a:t>Os planos de manutenção da empresa são realizados em intervalos fixos de tempo, o que pode levar tanto ao excesso de manutenção quanto à substituição tardia de equipamentos. Para enfrentar esse desafio, foi proposta a aplicação de técnicas de </a:t>
          </a:r>
          <a:r>
            <a:rPr lang="pt-BR" b="1" dirty="0"/>
            <a:t>análise de dados e aprendizado de máquina</a:t>
          </a:r>
          <a:r>
            <a:rPr lang="pt-BR" dirty="0"/>
            <a:t> com foco em </a:t>
          </a:r>
          <a:r>
            <a:rPr lang="pt-BR" b="1" dirty="0"/>
            <a:t>manutenção preditiva</a:t>
          </a:r>
          <a:r>
            <a:rPr lang="pt-BR" dirty="0"/>
            <a:t>.</a:t>
          </a:r>
        </a:p>
      </dgm:t>
    </dgm:pt>
    <dgm:pt modelId="{F926F673-7F28-4A36-8154-563E8C5C8518}" type="parTrans" cxnId="{37FE4C70-CA36-480B-8A00-C411CF7FF719}">
      <dgm:prSet/>
      <dgm:spPr/>
      <dgm:t>
        <a:bodyPr/>
        <a:lstStyle/>
        <a:p>
          <a:endParaRPr lang="pt-BR"/>
        </a:p>
      </dgm:t>
    </dgm:pt>
    <dgm:pt modelId="{0F4D7737-BD46-4323-B84B-AFAB99FC6583}" type="sibTrans" cxnId="{37FE4C70-CA36-480B-8A00-C411CF7FF719}">
      <dgm:prSet/>
      <dgm:spPr/>
      <dgm:t>
        <a:bodyPr/>
        <a:lstStyle/>
        <a:p>
          <a:endParaRPr lang="pt-BR"/>
        </a:p>
      </dgm:t>
    </dgm:pt>
    <dgm:pt modelId="{07C66403-9A48-467A-81AE-7446AE97A5EC}">
      <dgm:prSet/>
      <dgm:spPr/>
      <dgm:t>
        <a:bodyPr/>
        <a:lstStyle/>
        <a:p>
          <a:r>
            <a:rPr lang="pt-BR" b="1" dirty="0"/>
            <a:t>Classificação de Close </a:t>
          </a:r>
          <a:r>
            <a:rPr lang="pt-BR" b="1" dirty="0" err="1"/>
            <a:t>to</a:t>
          </a:r>
          <a:r>
            <a:rPr lang="pt-BR" b="1" dirty="0"/>
            <a:t> </a:t>
          </a:r>
          <a:r>
            <a:rPr lang="pt-BR" b="1" dirty="0" err="1"/>
            <a:t>Failure</a:t>
          </a:r>
          <a:r>
            <a:rPr lang="pt-BR" dirty="0"/>
            <a:t>: identificar se um ativo está a menos de 20 ciclos da falha, permitindo ações preventivas mais assertivas.</a:t>
          </a:r>
        </a:p>
      </dgm:t>
    </dgm:pt>
    <dgm:pt modelId="{02EB1D44-39E9-4854-917D-A3A1807CF29D}" type="parTrans" cxnId="{4F990CA6-70B3-4032-8377-8029CC61FBEC}">
      <dgm:prSet/>
      <dgm:spPr/>
      <dgm:t>
        <a:bodyPr/>
        <a:lstStyle/>
        <a:p>
          <a:endParaRPr lang="pt-BR"/>
        </a:p>
      </dgm:t>
    </dgm:pt>
    <dgm:pt modelId="{8490F459-04F9-4BC0-9081-61B0C9A3EEF9}" type="sibTrans" cxnId="{4F990CA6-70B3-4032-8377-8029CC61FBEC}">
      <dgm:prSet/>
      <dgm:spPr/>
      <dgm:t>
        <a:bodyPr/>
        <a:lstStyle/>
        <a:p>
          <a:endParaRPr lang="pt-BR"/>
        </a:p>
      </dgm:t>
    </dgm:pt>
    <dgm:pt modelId="{9FE26D1C-1647-41A7-96AA-72510A758560}">
      <dgm:prSet/>
      <dgm:spPr/>
      <dgm:t>
        <a:bodyPr/>
        <a:lstStyle/>
        <a:p>
          <a:r>
            <a:rPr lang="pt-BR" b="1" dirty="0"/>
            <a:t>Predição de </a:t>
          </a:r>
          <a:r>
            <a:rPr lang="pt-BR" b="1" dirty="0" err="1"/>
            <a:t>Remaining</a:t>
          </a:r>
          <a:r>
            <a:rPr lang="pt-BR" b="1" dirty="0"/>
            <a:t> </a:t>
          </a:r>
          <a:r>
            <a:rPr lang="pt-BR" b="1" dirty="0" err="1"/>
            <a:t>Useful</a:t>
          </a:r>
          <a:r>
            <a:rPr lang="pt-BR" b="1" dirty="0"/>
            <a:t> Life (RUL)</a:t>
          </a:r>
          <a:r>
            <a:rPr lang="pt-BR" dirty="0"/>
            <a:t>: estimar o tempo restante de operação até a falha, fornecendo uma visão quantitativa que possibilita planejar intervenções com maior precisão.</a:t>
          </a:r>
        </a:p>
      </dgm:t>
    </dgm:pt>
    <dgm:pt modelId="{9AF21960-27B3-4B2E-A23B-71EF6E71372A}" type="parTrans" cxnId="{646A0B00-2EBC-4E79-951C-1C90B87610C5}">
      <dgm:prSet/>
      <dgm:spPr/>
      <dgm:t>
        <a:bodyPr/>
        <a:lstStyle/>
        <a:p>
          <a:endParaRPr lang="pt-BR"/>
        </a:p>
      </dgm:t>
    </dgm:pt>
    <dgm:pt modelId="{42453172-14CA-4218-99D0-34829663AAB9}" type="sibTrans" cxnId="{646A0B00-2EBC-4E79-951C-1C90B87610C5}">
      <dgm:prSet/>
      <dgm:spPr/>
      <dgm:t>
        <a:bodyPr/>
        <a:lstStyle/>
        <a:p>
          <a:endParaRPr lang="pt-BR"/>
        </a:p>
      </dgm:t>
    </dgm:pt>
    <dgm:pt modelId="{C932A3A2-B2E8-43DE-9F03-991E94B3A5C6}">
      <dgm:prSet/>
      <dgm:spPr/>
      <dgm:t>
        <a:bodyPr/>
        <a:lstStyle/>
        <a:p>
          <a:r>
            <a:rPr lang="pt-BR" dirty="0"/>
            <a:t>O estudo foi conduzido a partir de um conjunto de dados contendo informações de 100 eventos de falha, incluindo variáveis de configuração e leituras de sensores. A partir desse material, foram desenvolvidos modelos estatísticos e de machine learning capazes de prever o comportamento dos ativos e apoiar decisões estratégicas de manutenção.</a:t>
          </a:r>
        </a:p>
      </dgm:t>
    </dgm:pt>
    <dgm:pt modelId="{3D43EFA1-40BE-4510-921A-E112068DCAFC}" type="parTrans" cxnId="{0E7C6849-2972-45FF-B5F4-02709D843EE4}">
      <dgm:prSet/>
      <dgm:spPr/>
      <dgm:t>
        <a:bodyPr/>
        <a:lstStyle/>
        <a:p>
          <a:endParaRPr lang="pt-BR"/>
        </a:p>
      </dgm:t>
    </dgm:pt>
    <dgm:pt modelId="{931E2FB3-0F9C-4EEA-8A3F-C32997618FE2}" type="sibTrans" cxnId="{0E7C6849-2972-45FF-B5F4-02709D843EE4}">
      <dgm:prSet/>
      <dgm:spPr/>
      <dgm:t>
        <a:bodyPr/>
        <a:lstStyle/>
        <a:p>
          <a:endParaRPr lang="pt-BR"/>
        </a:p>
      </dgm:t>
    </dgm:pt>
    <dgm:pt modelId="{5A9C9CF2-C366-4469-B555-3B0FD8C557B2}" type="pres">
      <dgm:prSet presAssocID="{325E6188-E28E-442E-BF81-3FE8B12CA1DC}" presName="diagram" presStyleCnt="0">
        <dgm:presLayoutVars>
          <dgm:dir/>
          <dgm:resizeHandles val="exact"/>
        </dgm:presLayoutVars>
      </dgm:prSet>
      <dgm:spPr/>
    </dgm:pt>
    <dgm:pt modelId="{8E26C4B2-075B-443B-A258-FFBA2E6C2A68}" type="pres">
      <dgm:prSet presAssocID="{74EBD112-B0B4-4BC6-8B2E-410CD5F984A7}" presName="node" presStyleLbl="node1" presStyleIdx="0" presStyleCnt="4">
        <dgm:presLayoutVars>
          <dgm:bulletEnabled val="1"/>
        </dgm:presLayoutVars>
      </dgm:prSet>
      <dgm:spPr/>
    </dgm:pt>
    <dgm:pt modelId="{B495930F-713B-456C-9ACB-54F66F8CBD06}" type="pres">
      <dgm:prSet presAssocID="{0F4D7737-BD46-4323-B84B-AFAB99FC6583}" presName="sibTrans" presStyleCnt="0"/>
      <dgm:spPr/>
    </dgm:pt>
    <dgm:pt modelId="{6DD409AA-0949-4E55-9286-777A86EBB7AE}" type="pres">
      <dgm:prSet presAssocID="{07C66403-9A48-467A-81AE-7446AE97A5EC}" presName="node" presStyleLbl="node1" presStyleIdx="1" presStyleCnt="4">
        <dgm:presLayoutVars>
          <dgm:bulletEnabled val="1"/>
        </dgm:presLayoutVars>
      </dgm:prSet>
      <dgm:spPr/>
    </dgm:pt>
    <dgm:pt modelId="{9537D501-BFD2-45CD-AC5F-8C908E64C521}" type="pres">
      <dgm:prSet presAssocID="{8490F459-04F9-4BC0-9081-61B0C9A3EEF9}" presName="sibTrans" presStyleCnt="0"/>
      <dgm:spPr/>
    </dgm:pt>
    <dgm:pt modelId="{5F2B11B8-707E-40F6-9231-ECC2D62EDD35}" type="pres">
      <dgm:prSet presAssocID="{9FE26D1C-1647-41A7-96AA-72510A758560}" presName="node" presStyleLbl="node1" presStyleIdx="2" presStyleCnt="4">
        <dgm:presLayoutVars>
          <dgm:bulletEnabled val="1"/>
        </dgm:presLayoutVars>
      </dgm:prSet>
      <dgm:spPr/>
    </dgm:pt>
    <dgm:pt modelId="{A4242DF9-F36C-4A43-9AC3-C58019AAA00A}" type="pres">
      <dgm:prSet presAssocID="{42453172-14CA-4218-99D0-34829663AAB9}" presName="sibTrans" presStyleCnt="0"/>
      <dgm:spPr/>
    </dgm:pt>
    <dgm:pt modelId="{A74BA999-E122-4583-B442-C82B49CD15F9}" type="pres">
      <dgm:prSet presAssocID="{C932A3A2-B2E8-43DE-9F03-991E94B3A5C6}" presName="node" presStyleLbl="node1" presStyleIdx="3" presStyleCnt="4">
        <dgm:presLayoutVars>
          <dgm:bulletEnabled val="1"/>
        </dgm:presLayoutVars>
      </dgm:prSet>
      <dgm:spPr/>
    </dgm:pt>
  </dgm:ptLst>
  <dgm:cxnLst>
    <dgm:cxn modelId="{646A0B00-2EBC-4E79-951C-1C90B87610C5}" srcId="{325E6188-E28E-442E-BF81-3FE8B12CA1DC}" destId="{9FE26D1C-1647-41A7-96AA-72510A758560}" srcOrd="2" destOrd="0" parTransId="{9AF21960-27B3-4B2E-A23B-71EF6E71372A}" sibTransId="{42453172-14CA-4218-99D0-34829663AAB9}"/>
    <dgm:cxn modelId="{C5580C17-9A59-4C4B-8D13-C0B69AFFFB73}" type="presOf" srcId="{325E6188-E28E-442E-BF81-3FE8B12CA1DC}" destId="{5A9C9CF2-C366-4469-B555-3B0FD8C557B2}" srcOrd="0" destOrd="0" presId="urn:microsoft.com/office/officeart/2005/8/layout/default"/>
    <dgm:cxn modelId="{8BC50B2F-4336-488D-BCD2-699EB8C53D98}" type="presOf" srcId="{07C66403-9A48-467A-81AE-7446AE97A5EC}" destId="{6DD409AA-0949-4E55-9286-777A86EBB7AE}" srcOrd="0" destOrd="0" presId="urn:microsoft.com/office/officeart/2005/8/layout/default"/>
    <dgm:cxn modelId="{DC809632-5EDD-496C-807A-187FBF02EA01}" type="presOf" srcId="{9FE26D1C-1647-41A7-96AA-72510A758560}" destId="{5F2B11B8-707E-40F6-9231-ECC2D62EDD35}" srcOrd="0" destOrd="0" presId="urn:microsoft.com/office/officeart/2005/8/layout/default"/>
    <dgm:cxn modelId="{0E7C6849-2972-45FF-B5F4-02709D843EE4}" srcId="{325E6188-E28E-442E-BF81-3FE8B12CA1DC}" destId="{C932A3A2-B2E8-43DE-9F03-991E94B3A5C6}" srcOrd="3" destOrd="0" parTransId="{3D43EFA1-40BE-4510-921A-E112068DCAFC}" sibTransId="{931E2FB3-0F9C-4EEA-8A3F-C32997618FE2}"/>
    <dgm:cxn modelId="{37FE4C70-CA36-480B-8A00-C411CF7FF719}" srcId="{325E6188-E28E-442E-BF81-3FE8B12CA1DC}" destId="{74EBD112-B0B4-4BC6-8B2E-410CD5F984A7}" srcOrd="0" destOrd="0" parTransId="{F926F673-7F28-4A36-8154-563E8C5C8518}" sibTransId="{0F4D7737-BD46-4323-B84B-AFAB99FC6583}"/>
    <dgm:cxn modelId="{D3676987-7D46-46F4-9C09-A6DE07385B2D}" type="presOf" srcId="{74EBD112-B0B4-4BC6-8B2E-410CD5F984A7}" destId="{8E26C4B2-075B-443B-A258-FFBA2E6C2A68}" srcOrd="0" destOrd="0" presId="urn:microsoft.com/office/officeart/2005/8/layout/default"/>
    <dgm:cxn modelId="{4F990CA6-70B3-4032-8377-8029CC61FBEC}" srcId="{325E6188-E28E-442E-BF81-3FE8B12CA1DC}" destId="{07C66403-9A48-467A-81AE-7446AE97A5EC}" srcOrd="1" destOrd="0" parTransId="{02EB1D44-39E9-4854-917D-A3A1807CF29D}" sibTransId="{8490F459-04F9-4BC0-9081-61B0C9A3EEF9}"/>
    <dgm:cxn modelId="{76978EF4-859A-4DB4-8386-1AF8B2719BC0}" type="presOf" srcId="{C932A3A2-B2E8-43DE-9F03-991E94B3A5C6}" destId="{A74BA999-E122-4583-B442-C82B49CD15F9}" srcOrd="0" destOrd="0" presId="urn:microsoft.com/office/officeart/2005/8/layout/default"/>
    <dgm:cxn modelId="{9D2DFE10-323B-49C5-843A-2B4C44C30188}" type="presParOf" srcId="{5A9C9CF2-C366-4469-B555-3B0FD8C557B2}" destId="{8E26C4B2-075B-443B-A258-FFBA2E6C2A68}" srcOrd="0" destOrd="0" presId="urn:microsoft.com/office/officeart/2005/8/layout/default"/>
    <dgm:cxn modelId="{BD1EA925-D99F-4563-8A11-A6719405ABC0}" type="presParOf" srcId="{5A9C9CF2-C366-4469-B555-3B0FD8C557B2}" destId="{B495930F-713B-456C-9ACB-54F66F8CBD06}" srcOrd="1" destOrd="0" presId="urn:microsoft.com/office/officeart/2005/8/layout/default"/>
    <dgm:cxn modelId="{0599C2BA-407E-41BF-A410-4AB1F2C79887}" type="presParOf" srcId="{5A9C9CF2-C366-4469-B555-3B0FD8C557B2}" destId="{6DD409AA-0949-4E55-9286-777A86EBB7AE}" srcOrd="2" destOrd="0" presId="urn:microsoft.com/office/officeart/2005/8/layout/default"/>
    <dgm:cxn modelId="{A7242B83-A8E1-49AF-9C3F-26124591763D}" type="presParOf" srcId="{5A9C9CF2-C366-4469-B555-3B0FD8C557B2}" destId="{9537D501-BFD2-45CD-AC5F-8C908E64C521}" srcOrd="3" destOrd="0" presId="urn:microsoft.com/office/officeart/2005/8/layout/default"/>
    <dgm:cxn modelId="{96C8CB82-C8DF-445B-B0C8-13AD00E8CD79}" type="presParOf" srcId="{5A9C9CF2-C366-4469-B555-3B0FD8C557B2}" destId="{5F2B11B8-707E-40F6-9231-ECC2D62EDD35}" srcOrd="4" destOrd="0" presId="urn:microsoft.com/office/officeart/2005/8/layout/default"/>
    <dgm:cxn modelId="{0B352598-693B-49FD-980E-DB79AA5FEB07}" type="presParOf" srcId="{5A9C9CF2-C366-4469-B555-3B0FD8C557B2}" destId="{A4242DF9-F36C-4A43-9AC3-C58019AAA00A}" srcOrd="5" destOrd="0" presId="urn:microsoft.com/office/officeart/2005/8/layout/default"/>
    <dgm:cxn modelId="{61F2370D-28B2-490B-B87F-28809BF2AB54}" type="presParOf" srcId="{5A9C9CF2-C366-4469-B555-3B0FD8C557B2}" destId="{A74BA999-E122-4583-B442-C82B49CD15F9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25E6188-E28E-442E-BF81-3FE8B12CA1D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A988AB52-3963-4C61-8AC6-EF703EF439CD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O Projeto</a:t>
          </a:r>
        </a:p>
      </dgm:t>
    </dgm:pt>
    <dgm:pt modelId="{12A51FC4-7D26-4BA6-BCDC-0642E1DC0A10}" type="parTrans" cxnId="{C05BAF6F-6E9B-4FF7-882B-65A0B6C74B45}">
      <dgm:prSet/>
      <dgm:spPr/>
      <dgm:t>
        <a:bodyPr/>
        <a:lstStyle/>
        <a:p>
          <a:endParaRPr lang="pt-BR"/>
        </a:p>
      </dgm:t>
    </dgm:pt>
    <dgm:pt modelId="{FEE90ACA-3E7A-4C81-AA66-A51C1F22C3AC}" type="sibTrans" cxnId="{C05BAF6F-6E9B-4FF7-882B-65A0B6C74B45}">
      <dgm:prSet/>
      <dgm:spPr/>
      <dgm:t>
        <a:bodyPr/>
        <a:lstStyle/>
        <a:p>
          <a:endParaRPr lang="pt-BR"/>
        </a:p>
      </dgm:t>
    </dgm:pt>
    <dgm:pt modelId="{EB2BE98E-833E-42ED-B58F-3A63ED4ED58F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A caracterização do problema e descrição das variáveis consideradas para os ativos.</a:t>
          </a:r>
        </a:p>
      </dgm:t>
    </dgm:pt>
    <dgm:pt modelId="{C7306C89-0FC3-4D4C-A7B5-D1BDA488A528}" type="parTrans" cxnId="{753EC5B8-3859-4212-B66D-6E6E6104D4DD}">
      <dgm:prSet/>
      <dgm:spPr/>
      <dgm:t>
        <a:bodyPr/>
        <a:lstStyle/>
        <a:p>
          <a:endParaRPr lang="pt-BR"/>
        </a:p>
      </dgm:t>
    </dgm:pt>
    <dgm:pt modelId="{0A32197A-C6AF-4A95-B7EB-7004F023D14B}" type="sibTrans" cxnId="{753EC5B8-3859-4212-B66D-6E6E6104D4DD}">
      <dgm:prSet/>
      <dgm:spPr/>
      <dgm:t>
        <a:bodyPr/>
        <a:lstStyle/>
        <a:p>
          <a:endParaRPr lang="pt-BR"/>
        </a:p>
      </dgm:t>
    </dgm:pt>
    <dgm:pt modelId="{BAAB7FB6-A078-4164-98B6-1193A27E493E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A metodologia aplicada para construção e avaliação dos modelos.</a:t>
          </a:r>
        </a:p>
      </dgm:t>
    </dgm:pt>
    <dgm:pt modelId="{70A0484B-1C84-4C13-A957-44F4249B8495}" type="parTrans" cxnId="{5C007A4E-F004-4706-BCB1-A03606DA50CF}">
      <dgm:prSet/>
      <dgm:spPr/>
      <dgm:t>
        <a:bodyPr/>
        <a:lstStyle/>
        <a:p>
          <a:endParaRPr lang="pt-BR"/>
        </a:p>
      </dgm:t>
    </dgm:pt>
    <dgm:pt modelId="{719B3DA0-AE48-4B24-BEC3-55BDCEBBF30F}" type="sibTrans" cxnId="{5C007A4E-F004-4706-BCB1-A03606DA50CF}">
      <dgm:prSet/>
      <dgm:spPr/>
      <dgm:t>
        <a:bodyPr/>
        <a:lstStyle/>
        <a:p>
          <a:endParaRPr lang="pt-BR"/>
        </a:p>
      </dgm:t>
    </dgm:pt>
    <dgm:pt modelId="{37DF10DD-6E21-45D6-A48E-4F89FAAD849F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Os resultados obtidos em termos de acurácia e métricas de desempenho (KPIs).</a:t>
          </a:r>
        </a:p>
      </dgm:t>
    </dgm:pt>
    <dgm:pt modelId="{CA152E36-BC0A-4E42-8671-9E77CC48647C}" type="parTrans" cxnId="{C8FF3B51-94EA-444B-8C87-96B286225592}">
      <dgm:prSet/>
      <dgm:spPr/>
      <dgm:t>
        <a:bodyPr/>
        <a:lstStyle/>
        <a:p>
          <a:endParaRPr lang="pt-BR"/>
        </a:p>
      </dgm:t>
    </dgm:pt>
    <dgm:pt modelId="{F6BDCBB1-E148-48FE-8E52-B3CDD09BB803}" type="sibTrans" cxnId="{C8FF3B51-94EA-444B-8C87-96B286225592}">
      <dgm:prSet/>
      <dgm:spPr/>
      <dgm:t>
        <a:bodyPr/>
        <a:lstStyle/>
        <a:p>
          <a:endParaRPr lang="pt-BR"/>
        </a:p>
      </dgm:t>
    </dgm:pt>
    <dgm:pt modelId="{5A6EEEB1-34AE-4091-9517-8FCDCACF5C9E}">
      <dgm:prSet/>
      <dgm:spPr>
        <a:solidFill>
          <a:srgbClr val="002060"/>
        </a:solidFill>
      </dgm:spPr>
      <dgm:t>
        <a:bodyPr/>
        <a:lstStyle/>
        <a:p>
          <a:r>
            <a:rPr lang="pt-BR" dirty="0"/>
            <a:t>Recomendações práticas sobre como podemos utilizar esses modelos para que sejam úteis no dia a dia da operação e usuários.</a:t>
          </a:r>
        </a:p>
      </dgm:t>
    </dgm:pt>
    <dgm:pt modelId="{1E0A749C-619A-42A2-8141-1E4145586CB7}" type="parTrans" cxnId="{4D5A85E6-38FB-4B23-A5BD-E15C7471EAD7}">
      <dgm:prSet/>
      <dgm:spPr/>
      <dgm:t>
        <a:bodyPr/>
        <a:lstStyle/>
        <a:p>
          <a:endParaRPr lang="pt-BR"/>
        </a:p>
      </dgm:t>
    </dgm:pt>
    <dgm:pt modelId="{3F18F094-6D8E-4C0E-B208-284BBD703271}" type="sibTrans" cxnId="{4D5A85E6-38FB-4B23-A5BD-E15C7471EAD7}">
      <dgm:prSet/>
      <dgm:spPr/>
      <dgm:t>
        <a:bodyPr/>
        <a:lstStyle/>
        <a:p>
          <a:endParaRPr lang="pt-BR"/>
        </a:p>
      </dgm:t>
    </dgm:pt>
    <dgm:pt modelId="{5A9C9CF2-C366-4469-B555-3B0FD8C557B2}" type="pres">
      <dgm:prSet presAssocID="{325E6188-E28E-442E-BF81-3FE8B12CA1DC}" presName="diagram" presStyleCnt="0">
        <dgm:presLayoutVars>
          <dgm:dir/>
          <dgm:resizeHandles val="exact"/>
        </dgm:presLayoutVars>
      </dgm:prSet>
      <dgm:spPr/>
    </dgm:pt>
    <dgm:pt modelId="{C9F86A66-E6F0-4DE1-940A-B1325BBC8524}" type="pres">
      <dgm:prSet presAssocID="{A988AB52-3963-4C61-8AC6-EF703EF439CD}" presName="node" presStyleLbl="node1" presStyleIdx="0" presStyleCnt="1">
        <dgm:presLayoutVars>
          <dgm:bulletEnabled val="1"/>
        </dgm:presLayoutVars>
      </dgm:prSet>
      <dgm:spPr/>
    </dgm:pt>
  </dgm:ptLst>
  <dgm:cxnLst>
    <dgm:cxn modelId="{C5580C17-9A59-4C4B-8D13-C0B69AFFFB73}" type="presOf" srcId="{325E6188-E28E-442E-BF81-3FE8B12CA1DC}" destId="{5A9C9CF2-C366-4469-B555-3B0FD8C557B2}" srcOrd="0" destOrd="0" presId="urn:microsoft.com/office/officeart/2005/8/layout/default"/>
    <dgm:cxn modelId="{8AB2E030-1F54-41B9-93B0-A0CB2EF65199}" type="presOf" srcId="{37DF10DD-6E21-45D6-A48E-4F89FAAD849F}" destId="{C9F86A66-E6F0-4DE1-940A-B1325BBC8524}" srcOrd="0" destOrd="3" presId="urn:microsoft.com/office/officeart/2005/8/layout/default"/>
    <dgm:cxn modelId="{5C007A4E-F004-4706-BCB1-A03606DA50CF}" srcId="{A988AB52-3963-4C61-8AC6-EF703EF439CD}" destId="{BAAB7FB6-A078-4164-98B6-1193A27E493E}" srcOrd="1" destOrd="0" parTransId="{70A0484B-1C84-4C13-A957-44F4249B8495}" sibTransId="{719B3DA0-AE48-4B24-BEC3-55BDCEBBF30F}"/>
    <dgm:cxn modelId="{C05BAF6F-6E9B-4FF7-882B-65A0B6C74B45}" srcId="{325E6188-E28E-442E-BF81-3FE8B12CA1DC}" destId="{A988AB52-3963-4C61-8AC6-EF703EF439CD}" srcOrd="0" destOrd="0" parTransId="{12A51FC4-7D26-4BA6-BCDC-0642E1DC0A10}" sibTransId="{FEE90ACA-3E7A-4C81-AA66-A51C1F22C3AC}"/>
    <dgm:cxn modelId="{C8FF3B51-94EA-444B-8C87-96B286225592}" srcId="{A988AB52-3963-4C61-8AC6-EF703EF439CD}" destId="{37DF10DD-6E21-45D6-A48E-4F89FAAD849F}" srcOrd="2" destOrd="0" parTransId="{CA152E36-BC0A-4E42-8671-9E77CC48647C}" sibTransId="{F6BDCBB1-E148-48FE-8E52-B3CDD09BB803}"/>
    <dgm:cxn modelId="{AB13C786-7473-4517-9AF5-03DDF33A1964}" type="presOf" srcId="{A988AB52-3963-4C61-8AC6-EF703EF439CD}" destId="{C9F86A66-E6F0-4DE1-940A-B1325BBC8524}" srcOrd="0" destOrd="0" presId="urn:microsoft.com/office/officeart/2005/8/layout/default"/>
    <dgm:cxn modelId="{0E3ED186-75FE-4BDB-A365-34D9BE2BEDCF}" type="presOf" srcId="{BAAB7FB6-A078-4164-98B6-1193A27E493E}" destId="{C9F86A66-E6F0-4DE1-940A-B1325BBC8524}" srcOrd="0" destOrd="2" presId="urn:microsoft.com/office/officeart/2005/8/layout/default"/>
    <dgm:cxn modelId="{753EC5B8-3859-4212-B66D-6E6E6104D4DD}" srcId="{A988AB52-3963-4C61-8AC6-EF703EF439CD}" destId="{EB2BE98E-833E-42ED-B58F-3A63ED4ED58F}" srcOrd="0" destOrd="0" parTransId="{C7306C89-0FC3-4D4C-A7B5-D1BDA488A528}" sibTransId="{0A32197A-C6AF-4A95-B7EB-7004F023D14B}"/>
    <dgm:cxn modelId="{FF4A42C8-42BF-4C76-A73D-E8CCC262BC46}" type="presOf" srcId="{EB2BE98E-833E-42ED-B58F-3A63ED4ED58F}" destId="{C9F86A66-E6F0-4DE1-940A-B1325BBC8524}" srcOrd="0" destOrd="1" presId="urn:microsoft.com/office/officeart/2005/8/layout/default"/>
    <dgm:cxn modelId="{019DEAD4-7B71-4AC2-939F-DE3A43ED58C2}" type="presOf" srcId="{5A6EEEB1-34AE-4091-9517-8FCDCACF5C9E}" destId="{C9F86A66-E6F0-4DE1-940A-B1325BBC8524}" srcOrd="0" destOrd="4" presId="urn:microsoft.com/office/officeart/2005/8/layout/default"/>
    <dgm:cxn modelId="{4D5A85E6-38FB-4B23-A5BD-E15C7471EAD7}" srcId="{A988AB52-3963-4C61-8AC6-EF703EF439CD}" destId="{5A6EEEB1-34AE-4091-9517-8FCDCACF5C9E}" srcOrd="3" destOrd="0" parTransId="{1E0A749C-619A-42A2-8141-1E4145586CB7}" sibTransId="{3F18F094-6D8E-4C0E-B208-284BBD703271}"/>
    <dgm:cxn modelId="{7F78CFB7-9F4D-4F7A-B920-1699C2C02842}" type="presParOf" srcId="{5A9C9CF2-C366-4469-B555-3B0FD8C557B2}" destId="{C9F86A66-E6F0-4DE1-940A-B1325BBC8524}" srcOrd="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73431C3-C7C8-4E11-A307-4BC06A6793C3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43A91111-A072-426F-A134-8867577567CE}">
      <dgm:prSet phldrT="[Texto]" phldr="0"/>
      <dgm:spPr/>
      <dgm:t>
        <a:bodyPr/>
        <a:lstStyle/>
        <a:p>
          <a:r>
            <a:rPr lang="pt-BR" dirty="0" err="1"/>
            <a:t>Runtime</a:t>
          </a:r>
          <a:endParaRPr lang="pt-BR" dirty="0"/>
        </a:p>
      </dgm:t>
    </dgm:pt>
    <dgm:pt modelId="{479EDE8B-E0DA-4C6B-9613-849894B2E8C4}" type="parTrans" cxnId="{C5079A0E-83EB-4084-A1F7-FEAAAACE4284}">
      <dgm:prSet/>
      <dgm:spPr/>
      <dgm:t>
        <a:bodyPr/>
        <a:lstStyle/>
        <a:p>
          <a:endParaRPr lang="pt-BR"/>
        </a:p>
      </dgm:t>
    </dgm:pt>
    <dgm:pt modelId="{BDB50754-FCBD-4C20-8735-16C78F2C2C94}" type="sibTrans" cxnId="{C5079A0E-83EB-4084-A1F7-FEAAAACE4284}">
      <dgm:prSet/>
      <dgm:spPr/>
      <dgm:t>
        <a:bodyPr/>
        <a:lstStyle/>
        <a:p>
          <a:endParaRPr lang="pt-BR"/>
        </a:p>
      </dgm:t>
    </dgm:pt>
    <dgm:pt modelId="{93B25827-A360-4F53-AEFD-F73122B4A5A1}">
      <dgm:prSet phldrT="[Texto]" custT="1"/>
      <dgm:spPr/>
      <dgm:t>
        <a:bodyPr/>
        <a:lstStyle/>
        <a:p>
          <a:pPr>
            <a:buNone/>
          </a:pPr>
          <a:r>
            <a:rPr lang="pt-BR" sz="1100" b="0" dirty="0"/>
            <a:t>Média</a:t>
          </a:r>
          <a:endParaRPr lang="pt-BR" sz="1100" dirty="0"/>
        </a:p>
      </dgm:t>
    </dgm:pt>
    <dgm:pt modelId="{18A86BB6-55A7-4E4F-BC55-8F782C76916E}" type="parTrans" cxnId="{3CC83994-BBBC-4495-BDAD-9B5A7CAF524D}">
      <dgm:prSet/>
      <dgm:spPr/>
      <dgm:t>
        <a:bodyPr/>
        <a:lstStyle/>
        <a:p>
          <a:endParaRPr lang="pt-BR"/>
        </a:p>
      </dgm:t>
    </dgm:pt>
    <dgm:pt modelId="{4B5C4129-E2F3-4B5D-8A0F-CE3D8BAD4182}" type="sibTrans" cxnId="{3CC83994-BBBC-4495-BDAD-9B5A7CAF524D}">
      <dgm:prSet/>
      <dgm:spPr/>
      <dgm:t>
        <a:bodyPr/>
        <a:lstStyle/>
        <a:p>
          <a:endParaRPr lang="pt-BR"/>
        </a:p>
      </dgm:t>
    </dgm:pt>
    <dgm:pt modelId="{3C18B389-EC99-4B49-A020-9FCE11638DF5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2DBFF54D-E689-494F-95FD-81BBDD61E95D}" type="parTrans" cxnId="{4CBCBABF-A82B-4918-B603-8E0C9F3A3767}">
      <dgm:prSet/>
      <dgm:spPr/>
      <dgm:t>
        <a:bodyPr/>
        <a:lstStyle/>
        <a:p>
          <a:endParaRPr lang="pt-BR"/>
        </a:p>
      </dgm:t>
    </dgm:pt>
    <dgm:pt modelId="{29CDE3A7-5761-44B3-B3F8-8D90F068CC5C}" type="sibTrans" cxnId="{4CBCBABF-A82B-4918-B603-8E0C9F3A3767}">
      <dgm:prSet/>
      <dgm:spPr/>
      <dgm:t>
        <a:bodyPr/>
        <a:lstStyle/>
        <a:p>
          <a:endParaRPr lang="pt-BR"/>
        </a:p>
      </dgm:t>
    </dgm:pt>
    <dgm:pt modelId="{00451AB4-888A-4211-8B7C-15E5BD4424DD}">
      <dgm:prSet phldrT="[Texto]"/>
      <dgm:spPr/>
      <dgm:t>
        <a:bodyPr/>
        <a:lstStyle/>
        <a:p>
          <a:pPr>
            <a:buNone/>
          </a:pPr>
          <a:r>
            <a:rPr lang="pt-BR" b="0" i="0" dirty="0"/>
            <a:t>Setting2</a:t>
          </a:r>
          <a:endParaRPr lang="pt-BR" dirty="0"/>
        </a:p>
      </dgm:t>
    </dgm:pt>
    <dgm:pt modelId="{257917B0-9F49-4C0A-BCC8-2C40C9E059EB}" type="parTrans" cxnId="{33FD50A5-19FE-4449-B1D6-E4DA249186C5}">
      <dgm:prSet/>
      <dgm:spPr/>
      <dgm:t>
        <a:bodyPr/>
        <a:lstStyle/>
        <a:p>
          <a:endParaRPr lang="pt-BR"/>
        </a:p>
      </dgm:t>
    </dgm:pt>
    <dgm:pt modelId="{9D2CA2FE-FA90-4CD5-9C30-8D893851861F}" type="sibTrans" cxnId="{33FD50A5-19FE-4449-B1D6-E4DA249186C5}">
      <dgm:prSet/>
      <dgm:spPr/>
      <dgm:t>
        <a:bodyPr/>
        <a:lstStyle/>
        <a:p>
          <a:endParaRPr lang="pt-BR"/>
        </a:p>
      </dgm:t>
    </dgm:pt>
    <dgm:pt modelId="{30F5BFC2-28D2-4744-B888-29847B7751E3}">
      <dgm:prSet phldrT="[Texto]" custT="1"/>
      <dgm:spPr/>
      <dgm:t>
        <a:bodyPr/>
        <a:lstStyle/>
        <a:p>
          <a:pPr>
            <a:buNone/>
          </a:pPr>
          <a:r>
            <a:rPr lang="pt-BR" sz="1100" b="0" dirty="0"/>
            <a:t>Média</a:t>
          </a:r>
          <a:endParaRPr lang="pt-BR" sz="1100" dirty="0"/>
        </a:p>
      </dgm:t>
    </dgm:pt>
    <dgm:pt modelId="{50AFDAA9-7243-4528-9FF4-8116B961C537}" type="parTrans" cxnId="{E1078F4A-68A6-48AB-A311-7043CFEA45AA}">
      <dgm:prSet/>
      <dgm:spPr/>
      <dgm:t>
        <a:bodyPr/>
        <a:lstStyle/>
        <a:p>
          <a:endParaRPr lang="pt-BR"/>
        </a:p>
      </dgm:t>
    </dgm:pt>
    <dgm:pt modelId="{FE4C3B0A-1ECE-4C65-BD9E-3C08BED0FF74}" type="sibTrans" cxnId="{E1078F4A-68A6-48AB-A311-7043CFEA45AA}">
      <dgm:prSet/>
      <dgm:spPr/>
      <dgm:t>
        <a:bodyPr/>
        <a:lstStyle/>
        <a:p>
          <a:endParaRPr lang="pt-BR"/>
        </a:p>
      </dgm:t>
    </dgm:pt>
    <dgm:pt modelId="{99C32D85-B7CC-48BE-8F25-F9279A22975D}">
      <dgm:prSet phldrT="[Texto]" phldr="0"/>
      <dgm:spPr/>
      <dgm:t>
        <a:bodyPr/>
        <a:lstStyle/>
        <a:p>
          <a:pPr>
            <a:buNone/>
          </a:pPr>
          <a:r>
            <a:rPr lang="pt-BR" b="0" i="0" dirty="0"/>
            <a:t>Setting3</a:t>
          </a:r>
          <a:endParaRPr lang="pt-BR" dirty="0"/>
        </a:p>
      </dgm:t>
    </dgm:pt>
    <dgm:pt modelId="{34A494FA-D809-479E-AA37-29C2095D7CF3}" type="parTrans" cxnId="{3C448E57-685C-479D-A27F-4E208A9635FB}">
      <dgm:prSet/>
      <dgm:spPr/>
      <dgm:t>
        <a:bodyPr/>
        <a:lstStyle/>
        <a:p>
          <a:endParaRPr lang="pt-BR"/>
        </a:p>
      </dgm:t>
    </dgm:pt>
    <dgm:pt modelId="{F07D77E4-0AE5-4A21-B6E8-5DB9CF6FC67C}" type="sibTrans" cxnId="{3C448E57-685C-479D-A27F-4E208A9635FB}">
      <dgm:prSet/>
      <dgm:spPr/>
      <dgm:t>
        <a:bodyPr/>
        <a:lstStyle/>
        <a:p>
          <a:endParaRPr lang="pt-BR"/>
        </a:p>
      </dgm:t>
    </dgm:pt>
    <dgm:pt modelId="{5B8EFD93-3143-48FC-81F6-4CDEF42A64C9}">
      <dgm:prSet phldrT="[Texto]" phldr="0"/>
      <dgm:spPr/>
      <dgm:t>
        <a:bodyPr/>
        <a:lstStyle/>
        <a:p>
          <a:pPr>
            <a:buNone/>
          </a:pPr>
          <a:r>
            <a:rPr lang="pt-BR" b="0" i="0" dirty="0"/>
            <a:t>Tag1</a:t>
          </a:r>
          <a:endParaRPr lang="pt-BR" dirty="0"/>
        </a:p>
      </dgm:t>
    </dgm:pt>
    <dgm:pt modelId="{0B611605-5239-4A16-8AC4-FACD0A101964}" type="parTrans" cxnId="{C3B65A66-A707-4FA5-9FB5-62A3300DBDBF}">
      <dgm:prSet/>
      <dgm:spPr/>
      <dgm:t>
        <a:bodyPr/>
        <a:lstStyle/>
        <a:p>
          <a:endParaRPr lang="pt-BR"/>
        </a:p>
      </dgm:t>
    </dgm:pt>
    <dgm:pt modelId="{9264B392-1EC0-4C19-9C90-804C7BC2990B}" type="sibTrans" cxnId="{C3B65A66-A707-4FA5-9FB5-62A3300DBDBF}">
      <dgm:prSet/>
      <dgm:spPr/>
      <dgm:t>
        <a:bodyPr/>
        <a:lstStyle/>
        <a:p>
          <a:endParaRPr lang="pt-BR"/>
        </a:p>
      </dgm:t>
    </dgm:pt>
    <dgm:pt modelId="{3AFF252E-A5E1-4B03-936F-B01F061F857B}">
      <dgm:prSet phldrT="[Texto]" phldr="0"/>
      <dgm:spPr/>
      <dgm:t>
        <a:bodyPr/>
        <a:lstStyle/>
        <a:p>
          <a:pPr>
            <a:buNone/>
          </a:pPr>
          <a:r>
            <a:rPr lang="pt-BR" b="0" i="0" dirty="0"/>
            <a:t>Tag21</a:t>
          </a:r>
          <a:endParaRPr lang="pt-BR" dirty="0"/>
        </a:p>
      </dgm:t>
    </dgm:pt>
    <dgm:pt modelId="{CD6CB8F1-C9AF-4C5D-94E7-106AF695BD6F}" type="parTrans" cxnId="{AB39C630-E341-4058-986A-B131FAFC91FA}">
      <dgm:prSet/>
      <dgm:spPr/>
      <dgm:t>
        <a:bodyPr/>
        <a:lstStyle/>
        <a:p>
          <a:endParaRPr lang="pt-BR"/>
        </a:p>
      </dgm:t>
    </dgm:pt>
    <dgm:pt modelId="{1BB88ED4-ABB4-4349-99D9-F8BB9A690A2B}" type="sibTrans" cxnId="{AB39C630-E341-4058-986A-B131FAFC91FA}">
      <dgm:prSet/>
      <dgm:spPr/>
      <dgm:t>
        <a:bodyPr/>
        <a:lstStyle/>
        <a:p>
          <a:endParaRPr lang="pt-BR"/>
        </a:p>
      </dgm:t>
    </dgm:pt>
    <dgm:pt modelId="{20B606D8-AE78-4408-B179-D8E85B2F295D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5726A7FB-3414-4B34-B55C-D4813FE2B9F8}" type="parTrans" cxnId="{748116EC-7670-43DE-BDF3-8EDC084990C3}">
      <dgm:prSet/>
      <dgm:spPr/>
      <dgm:t>
        <a:bodyPr/>
        <a:lstStyle/>
        <a:p>
          <a:endParaRPr lang="pt-BR"/>
        </a:p>
      </dgm:t>
    </dgm:pt>
    <dgm:pt modelId="{9172FDAE-0E2B-4156-9DBA-4A08D3A4573F}" type="sibTrans" cxnId="{748116EC-7670-43DE-BDF3-8EDC084990C3}">
      <dgm:prSet/>
      <dgm:spPr/>
      <dgm:t>
        <a:bodyPr/>
        <a:lstStyle/>
        <a:p>
          <a:endParaRPr lang="pt-BR"/>
        </a:p>
      </dgm:t>
    </dgm:pt>
    <dgm:pt modelId="{EB4543B4-E150-4750-8D33-8A2BE047CE6A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Desvio Padrão</a:t>
          </a:r>
        </a:p>
      </dgm:t>
    </dgm:pt>
    <dgm:pt modelId="{20D33EAF-6DE2-4208-A4AC-A60B696FC789}" type="parTrans" cxnId="{73B5244E-4D95-40FC-A812-8A98D513D976}">
      <dgm:prSet/>
      <dgm:spPr/>
      <dgm:t>
        <a:bodyPr/>
        <a:lstStyle/>
        <a:p>
          <a:endParaRPr lang="pt-BR"/>
        </a:p>
      </dgm:t>
    </dgm:pt>
    <dgm:pt modelId="{0ED6EF0D-465E-46E7-9F5E-C637AE31938A}" type="sibTrans" cxnId="{73B5244E-4D95-40FC-A812-8A98D513D976}">
      <dgm:prSet/>
      <dgm:spPr/>
      <dgm:t>
        <a:bodyPr/>
        <a:lstStyle/>
        <a:p>
          <a:endParaRPr lang="pt-BR"/>
        </a:p>
      </dgm:t>
    </dgm:pt>
    <dgm:pt modelId="{6CB051F2-577B-4C13-A508-602573EE32D3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3117EF30-90F1-4D53-9DD6-5E241F347D6B}" type="parTrans" cxnId="{B4AF46FC-DFBC-41D4-91AA-2FDFA00FF16C}">
      <dgm:prSet/>
      <dgm:spPr/>
      <dgm:t>
        <a:bodyPr/>
        <a:lstStyle/>
        <a:p>
          <a:endParaRPr lang="pt-BR"/>
        </a:p>
      </dgm:t>
    </dgm:pt>
    <dgm:pt modelId="{6FEF4840-1B70-4004-BA1A-9F344607E069}" type="sibTrans" cxnId="{B4AF46FC-DFBC-41D4-91AA-2FDFA00FF16C}">
      <dgm:prSet/>
      <dgm:spPr/>
      <dgm:t>
        <a:bodyPr/>
        <a:lstStyle/>
        <a:p>
          <a:endParaRPr lang="pt-BR"/>
        </a:p>
      </dgm:t>
    </dgm:pt>
    <dgm:pt modelId="{D224DD4B-1E2C-4B1B-BF02-5245A7C11E69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329EB7F0-EFB4-4497-B1E9-272E18F112E0}" type="parTrans" cxnId="{F0792989-39B0-4B17-AB3A-DDA3D06BDF43}">
      <dgm:prSet/>
      <dgm:spPr/>
      <dgm:t>
        <a:bodyPr/>
        <a:lstStyle/>
        <a:p>
          <a:endParaRPr lang="pt-BR"/>
        </a:p>
      </dgm:t>
    </dgm:pt>
    <dgm:pt modelId="{8E5818DA-92F0-433B-A93B-73CD03A06264}" type="sibTrans" cxnId="{F0792989-39B0-4B17-AB3A-DDA3D06BDF43}">
      <dgm:prSet/>
      <dgm:spPr/>
      <dgm:t>
        <a:bodyPr/>
        <a:lstStyle/>
        <a:p>
          <a:endParaRPr lang="pt-BR"/>
        </a:p>
      </dgm:t>
    </dgm:pt>
    <dgm:pt modelId="{331A0D59-2317-45E1-AE38-23F6FF87A4AF}">
      <dgm:prSet phldrT="[Texto]" custT="1"/>
      <dgm:spPr/>
      <dgm:t>
        <a:bodyPr/>
        <a:lstStyle/>
        <a:p>
          <a:pPr>
            <a:buNone/>
          </a:pPr>
          <a:r>
            <a:rPr lang="pt-BR" sz="1100"/>
            <a:t>Desvio Padrão</a:t>
          </a:r>
          <a:endParaRPr lang="pt-BR" sz="1100" dirty="0"/>
        </a:p>
      </dgm:t>
    </dgm:pt>
    <dgm:pt modelId="{525724ED-8DA0-4B96-983B-F853F3895AF9}" type="parTrans" cxnId="{07F638B8-56A3-4328-B5EB-6B6C564C029E}">
      <dgm:prSet/>
      <dgm:spPr/>
      <dgm:t>
        <a:bodyPr/>
        <a:lstStyle/>
        <a:p>
          <a:endParaRPr lang="pt-BR"/>
        </a:p>
      </dgm:t>
    </dgm:pt>
    <dgm:pt modelId="{806B593C-16AB-4FA7-AE51-73D9067594AE}" type="sibTrans" cxnId="{07F638B8-56A3-4328-B5EB-6B6C564C029E}">
      <dgm:prSet/>
      <dgm:spPr/>
      <dgm:t>
        <a:bodyPr/>
        <a:lstStyle/>
        <a:p>
          <a:endParaRPr lang="pt-BR"/>
        </a:p>
      </dgm:t>
    </dgm:pt>
    <dgm:pt modelId="{749E79EA-AC1A-4368-8D59-2A017A30FE33}">
      <dgm:prSet phldrT="[Texto]" custT="1"/>
      <dgm:spPr/>
      <dgm:t>
        <a:bodyPr/>
        <a:lstStyle/>
        <a:p>
          <a:pPr>
            <a:buNone/>
          </a:pPr>
          <a:r>
            <a:rPr lang="pt-BR" sz="1100" b="0"/>
            <a:t>Média</a:t>
          </a:r>
          <a:endParaRPr lang="pt-BR" sz="1100" dirty="0"/>
        </a:p>
      </dgm:t>
    </dgm:pt>
    <dgm:pt modelId="{1300C337-77FF-42BB-BAD9-EFA04D4EF704}" type="parTrans" cxnId="{74594DDC-BFE8-4699-9A32-FC6529143542}">
      <dgm:prSet/>
      <dgm:spPr/>
      <dgm:t>
        <a:bodyPr/>
        <a:lstStyle/>
        <a:p>
          <a:endParaRPr lang="pt-BR"/>
        </a:p>
      </dgm:t>
    </dgm:pt>
    <dgm:pt modelId="{B5D826F8-B1FE-43E5-8FCA-4082F03B0728}" type="sibTrans" cxnId="{74594DDC-BFE8-4699-9A32-FC6529143542}">
      <dgm:prSet/>
      <dgm:spPr/>
      <dgm:t>
        <a:bodyPr/>
        <a:lstStyle/>
        <a:p>
          <a:endParaRPr lang="pt-BR"/>
        </a:p>
      </dgm:t>
    </dgm:pt>
    <dgm:pt modelId="{26C46A62-73B1-4B79-8AE2-72D7030336E1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0A745002-D4F7-4F59-9BF4-9ED1793AC38E}" type="parTrans" cxnId="{F08CFE70-BDF9-440C-8B87-43C18D62DDA7}">
      <dgm:prSet/>
      <dgm:spPr/>
      <dgm:t>
        <a:bodyPr/>
        <a:lstStyle/>
        <a:p>
          <a:endParaRPr lang="pt-BR"/>
        </a:p>
      </dgm:t>
    </dgm:pt>
    <dgm:pt modelId="{A8BA25A9-47DE-44ED-80CD-170303ECBC9A}" type="sibTrans" cxnId="{F08CFE70-BDF9-440C-8B87-43C18D62DDA7}">
      <dgm:prSet/>
      <dgm:spPr/>
      <dgm:t>
        <a:bodyPr/>
        <a:lstStyle/>
        <a:p>
          <a:endParaRPr lang="pt-BR"/>
        </a:p>
      </dgm:t>
    </dgm:pt>
    <dgm:pt modelId="{F92065FA-3384-4F10-9F56-F243399152A8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EA0611C3-5CF2-4585-A18A-985152C3BFC5}" type="parTrans" cxnId="{0C609A5C-7A5B-4AE7-8A3A-3D83FD7FE532}">
      <dgm:prSet/>
      <dgm:spPr/>
      <dgm:t>
        <a:bodyPr/>
        <a:lstStyle/>
        <a:p>
          <a:endParaRPr lang="pt-BR"/>
        </a:p>
      </dgm:t>
    </dgm:pt>
    <dgm:pt modelId="{B7EE967F-C780-4EB7-879E-4B2663F5A77E}" type="sibTrans" cxnId="{0C609A5C-7A5B-4AE7-8A3A-3D83FD7FE532}">
      <dgm:prSet/>
      <dgm:spPr/>
      <dgm:t>
        <a:bodyPr/>
        <a:lstStyle/>
        <a:p>
          <a:endParaRPr lang="pt-BR"/>
        </a:p>
      </dgm:t>
    </dgm:pt>
    <dgm:pt modelId="{637B3152-52F3-44F7-B54F-50E7421F583E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Desvio Padrão</a:t>
          </a:r>
        </a:p>
      </dgm:t>
    </dgm:pt>
    <dgm:pt modelId="{372106A2-76BD-47AA-93E9-FF40728169DA}" type="parTrans" cxnId="{C5D7B791-94FC-43EF-8D6B-7CD29B2B5870}">
      <dgm:prSet/>
      <dgm:spPr/>
      <dgm:t>
        <a:bodyPr/>
        <a:lstStyle/>
        <a:p>
          <a:endParaRPr lang="pt-BR"/>
        </a:p>
      </dgm:t>
    </dgm:pt>
    <dgm:pt modelId="{285F6FFB-8A83-4853-8259-2C23D4659BB3}" type="sibTrans" cxnId="{C5D7B791-94FC-43EF-8D6B-7CD29B2B5870}">
      <dgm:prSet/>
      <dgm:spPr/>
      <dgm:t>
        <a:bodyPr/>
        <a:lstStyle/>
        <a:p>
          <a:endParaRPr lang="pt-BR"/>
        </a:p>
      </dgm:t>
    </dgm:pt>
    <dgm:pt modelId="{86D6B2C6-BE9E-4D22-8703-46EE00BFB750}">
      <dgm:prSet phldrT="[Texto]" custT="1"/>
      <dgm:spPr/>
      <dgm:t>
        <a:bodyPr/>
        <a:lstStyle/>
        <a:p>
          <a:pPr>
            <a:buNone/>
          </a:pPr>
          <a:r>
            <a:rPr lang="pt-BR" sz="1100" b="0" dirty="0"/>
            <a:t>Média</a:t>
          </a:r>
          <a:endParaRPr lang="pt-BR" sz="1100" dirty="0"/>
        </a:p>
      </dgm:t>
    </dgm:pt>
    <dgm:pt modelId="{80E5E8CD-513F-4345-81A6-12D70F949B3B}" type="parTrans" cxnId="{53BF6A87-E348-46C2-A667-C319E675D394}">
      <dgm:prSet/>
      <dgm:spPr/>
      <dgm:t>
        <a:bodyPr/>
        <a:lstStyle/>
        <a:p>
          <a:endParaRPr lang="pt-BR"/>
        </a:p>
      </dgm:t>
    </dgm:pt>
    <dgm:pt modelId="{95EAE8AD-6322-469F-85E7-6554B204450C}" type="sibTrans" cxnId="{53BF6A87-E348-46C2-A667-C319E675D394}">
      <dgm:prSet/>
      <dgm:spPr/>
      <dgm:t>
        <a:bodyPr/>
        <a:lstStyle/>
        <a:p>
          <a:endParaRPr lang="pt-BR"/>
        </a:p>
      </dgm:t>
    </dgm:pt>
    <dgm:pt modelId="{213959BE-3018-435F-A1B3-5D7967F5262F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E7F2146A-7036-420D-BB5A-2A3209BC221D}" type="parTrans" cxnId="{36DA1AAA-F5B7-4AF9-A2BB-00BBE1686793}">
      <dgm:prSet/>
      <dgm:spPr/>
      <dgm:t>
        <a:bodyPr/>
        <a:lstStyle/>
        <a:p>
          <a:endParaRPr lang="pt-BR"/>
        </a:p>
      </dgm:t>
    </dgm:pt>
    <dgm:pt modelId="{641F0DFF-37FD-4387-B618-66F323466586}" type="sibTrans" cxnId="{36DA1AAA-F5B7-4AF9-A2BB-00BBE1686793}">
      <dgm:prSet/>
      <dgm:spPr/>
      <dgm:t>
        <a:bodyPr/>
        <a:lstStyle/>
        <a:p>
          <a:endParaRPr lang="pt-BR"/>
        </a:p>
      </dgm:t>
    </dgm:pt>
    <dgm:pt modelId="{53D062B1-2BC7-4ADF-9BDE-50C86DA80ACB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4709277C-95AD-4551-B77D-3C28019D832C}" type="parTrans" cxnId="{E5F89A74-E59D-47FE-A2D4-35D476832921}">
      <dgm:prSet/>
      <dgm:spPr/>
      <dgm:t>
        <a:bodyPr/>
        <a:lstStyle/>
        <a:p>
          <a:endParaRPr lang="pt-BR"/>
        </a:p>
      </dgm:t>
    </dgm:pt>
    <dgm:pt modelId="{EB76CF9F-E61A-4CAC-B0EE-32ACF8CD071D}" type="sibTrans" cxnId="{E5F89A74-E59D-47FE-A2D4-35D476832921}">
      <dgm:prSet/>
      <dgm:spPr/>
      <dgm:t>
        <a:bodyPr/>
        <a:lstStyle/>
        <a:p>
          <a:endParaRPr lang="pt-BR"/>
        </a:p>
      </dgm:t>
    </dgm:pt>
    <dgm:pt modelId="{8B223968-88BE-4AD6-B402-D590A27A41A3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Desvio Padrão</a:t>
          </a:r>
        </a:p>
      </dgm:t>
    </dgm:pt>
    <dgm:pt modelId="{CF6B8C4C-3F0F-407F-BF1C-BA78DBB682F0}" type="parTrans" cxnId="{9536E46B-A838-4E6B-B53A-2657348BF8E4}">
      <dgm:prSet/>
      <dgm:spPr/>
      <dgm:t>
        <a:bodyPr/>
        <a:lstStyle/>
        <a:p>
          <a:endParaRPr lang="pt-BR"/>
        </a:p>
      </dgm:t>
    </dgm:pt>
    <dgm:pt modelId="{03A4053C-B052-43CF-BA91-A03B6B34F498}" type="sibTrans" cxnId="{9536E46B-A838-4E6B-B53A-2657348BF8E4}">
      <dgm:prSet/>
      <dgm:spPr/>
      <dgm:t>
        <a:bodyPr/>
        <a:lstStyle/>
        <a:p>
          <a:endParaRPr lang="pt-BR"/>
        </a:p>
      </dgm:t>
    </dgm:pt>
    <dgm:pt modelId="{862D66E1-6684-4AA3-82C8-3EEDFCA0D87A}">
      <dgm:prSet phldrT="[Texto]" custT="1"/>
      <dgm:spPr/>
      <dgm:t>
        <a:bodyPr/>
        <a:lstStyle/>
        <a:p>
          <a:pPr>
            <a:buNone/>
          </a:pPr>
          <a:r>
            <a:rPr lang="pt-BR" sz="1100" b="0" dirty="0"/>
            <a:t>Média</a:t>
          </a:r>
          <a:endParaRPr lang="pt-BR" sz="1100" dirty="0"/>
        </a:p>
      </dgm:t>
    </dgm:pt>
    <dgm:pt modelId="{CFD4A9B6-B5B6-45A3-B119-DD042C8D64AB}" type="parTrans" cxnId="{0A61DC07-022F-4F5D-9B6A-273267F59ADF}">
      <dgm:prSet/>
      <dgm:spPr/>
      <dgm:t>
        <a:bodyPr/>
        <a:lstStyle/>
        <a:p>
          <a:endParaRPr lang="pt-BR"/>
        </a:p>
      </dgm:t>
    </dgm:pt>
    <dgm:pt modelId="{67A541AD-CE47-4F30-A6A4-BC7CB05D2A2E}" type="sibTrans" cxnId="{0A61DC07-022F-4F5D-9B6A-273267F59ADF}">
      <dgm:prSet/>
      <dgm:spPr/>
      <dgm:t>
        <a:bodyPr/>
        <a:lstStyle/>
        <a:p>
          <a:endParaRPr lang="pt-BR"/>
        </a:p>
      </dgm:t>
    </dgm:pt>
    <dgm:pt modelId="{EBA92E9D-D636-4A52-A9D2-3A4874DC558F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Mínimo</a:t>
          </a:r>
        </a:p>
      </dgm:t>
    </dgm:pt>
    <dgm:pt modelId="{11F1C50F-3B2F-4ED5-95F6-B3BE1B63D4C2}" type="parTrans" cxnId="{59917526-33D6-4698-AB66-55E7650377CB}">
      <dgm:prSet/>
      <dgm:spPr/>
      <dgm:t>
        <a:bodyPr/>
        <a:lstStyle/>
        <a:p>
          <a:endParaRPr lang="pt-BR"/>
        </a:p>
      </dgm:t>
    </dgm:pt>
    <dgm:pt modelId="{3E32B340-8082-49B5-A4CE-22058DAA4327}" type="sibTrans" cxnId="{59917526-33D6-4698-AB66-55E7650377CB}">
      <dgm:prSet/>
      <dgm:spPr/>
      <dgm:t>
        <a:bodyPr/>
        <a:lstStyle/>
        <a:p>
          <a:endParaRPr lang="pt-BR"/>
        </a:p>
      </dgm:t>
    </dgm:pt>
    <dgm:pt modelId="{AE784E95-51F2-4476-BE4E-C68064BD6F3A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Máximo</a:t>
          </a:r>
        </a:p>
      </dgm:t>
    </dgm:pt>
    <dgm:pt modelId="{B6F0A0CC-4289-422F-B48B-2526EA8C3D06}" type="parTrans" cxnId="{49DA4325-2D86-4ADA-B899-7E8A6F341A3C}">
      <dgm:prSet/>
      <dgm:spPr/>
      <dgm:t>
        <a:bodyPr/>
        <a:lstStyle/>
        <a:p>
          <a:endParaRPr lang="pt-BR"/>
        </a:p>
      </dgm:t>
    </dgm:pt>
    <dgm:pt modelId="{A2BD9244-5163-4B80-8665-806BEDE9661C}" type="sibTrans" cxnId="{49DA4325-2D86-4ADA-B899-7E8A6F341A3C}">
      <dgm:prSet/>
      <dgm:spPr/>
      <dgm:t>
        <a:bodyPr/>
        <a:lstStyle/>
        <a:p>
          <a:endParaRPr lang="pt-BR"/>
        </a:p>
      </dgm:t>
    </dgm:pt>
    <dgm:pt modelId="{8318D21D-94C7-45B8-9750-4BD97F92F4D0}">
      <dgm:prSet phldrT="[Texto]" custT="1"/>
      <dgm:spPr/>
      <dgm:t>
        <a:bodyPr/>
        <a:lstStyle/>
        <a:p>
          <a:pPr>
            <a:buNone/>
          </a:pPr>
          <a:r>
            <a:rPr lang="pt-BR" sz="1100" dirty="0"/>
            <a:t>Desvio Padrão</a:t>
          </a:r>
        </a:p>
      </dgm:t>
    </dgm:pt>
    <dgm:pt modelId="{5761AB45-8D39-46CE-BC79-FBF17E181F5A}" type="parTrans" cxnId="{7D709955-257B-4118-9713-4CB542B02A6D}">
      <dgm:prSet/>
      <dgm:spPr/>
      <dgm:t>
        <a:bodyPr/>
        <a:lstStyle/>
        <a:p>
          <a:endParaRPr lang="pt-BR"/>
        </a:p>
      </dgm:t>
    </dgm:pt>
    <dgm:pt modelId="{8609A0B5-5B0F-4CEF-94C1-1C951137E4B4}" type="sibTrans" cxnId="{7D709955-257B-4118-9713-4CB542B02A6D}">
      <dgm:prSet/>
      <dgm:spPr/>
      <dgm:t>
        <a:bodyPr/>
        <a:lstStyle/>
        <a:p>
          <a:endParaRPr lang="pt-BR"/>
        </a:p>
      </dgm:t>
    </dgm:pt>
    <dgm:pt modelId="{94AA074C-99CC-47ED-871A-C89E7437360A}">
      <dgm:prSet phldrT="[Texto]"/>
      <dgm:spPr/>
      <dgm:t>
        <a:bodyPr/>
        <a:lstStyle/>
        <a:p>
          <a:pPr>
            <a:buNone/>
          </a:pPr>
          <a:r>
            <a:rPr lang="pt-BR" b="0" i="0" dirty="0"/>
            <a:t>Setting1</a:t>
          </a:r>
          <a:endParaRPr lang="pt-BR" dirty="0"/>
        </a:p>
      </dgm:t>
    </dgm:pt>
    <dgm:pt modelId="{34C1795C-7096-48C4-946C-85724587375E}" type="parTrans" cxnId="{ABFA7A26-B5F5-42A8-A6B5-E6D85319304C}">
      <dgm:prSet/>
      <dgm:spPr/>
      <dgm:t>
        <a:bodyPr/>
        <a:lstStyle/>
        <a:p>
          <a:endParaRPr lang="pt-BR"/>
        </a:p>
      </dgm:t>
    </dgm:pt>
    <dgm:pt modelId="{9EBEEB61-BAA4-492B-B520-311811BB2269}" type="sibTrans" cxnId="{ABFA7A26-B5F5-42A8-A6B5-E6D85319304C}">
      <dgm:prSet/>
      <dgm:spPr/>
      <dgm:t>
        <a:bodyPr/>
        <a:lstStyle/>
        <a:p>
          <a:endParaRPr lang="pt-BR"/>
        </a:p>
      </dgm:t>
    </dgm:pt>
    <dgm:pt modelId="{AB16674C-6324-4DD1-BC85-0B776CE7DF9E}">
      <dgm:prSet phldrT="[Texto]"/>
      <dgm:spPr/>
      <dgm:t>
        <a:bodyPr/>
        <a:lstStyle/>
        <a:p>
          <a:pPr>
            <a:buNone/>
          </a:pPr>
          <a:r>
            <a:rPr lang="pt-BR" dirty="0"/>
            <a:t>...</a:t>
          </a:r>
        </a:p>
      </dgm:t>
    </dgm:pt>
    <dgm:pt modelId="{28EE5D22-072C-4BE9-B161-598457C2C685}" type="parTrans" cxnId="{A84129B8-9759-4C81-87A2-B56FE551036A}">
      <dgm:prSet/>
      <dgm:spPr/>
      <dgm:t>
        <a:bodyPr/>
        <a:lstStyle/>
        <a:p>
          <a:endParaRPr lang="pt-BR"/>
        </a:p>
      </dgm:t>
    </dgm:pt>
    <dgm:pt modelId="{095ABA95-F463-456E-B414-98AE65DA1D5D}" type="sibTrans" cxnId="{A84129B8-9759-4C81-87A2-B56FE551036A}">
      <dgm:prSet/>
      <dgm:spPr/>
      <dgm:t>
        <a:bodyPr/>
        <a:lstStyle/>
        <a:p>
          <a:endParaRPr lang="pt-BR"/>
        </a:p>
      </dgm:t>
    </dgm:pt>
    <dgm:pt modelId="{35572622-5890-4107-8C3F-CA9D4E83B09B}">
      <dgm:prSet phldrT="[Texto]"/>
      <dgm:spPr/>
      <dgm:t>
        <a:bodyPr/>
        <a:lstStyle/>
        <a:p>
          <a:pPr>
            <a:buNone/>
          </a:pPr>
          <a:r>
            <a:rPr lang="pt-BR"/>
            <a:t>...</a:t>
          </a:r>
          <a:endParaRPr lang="pt-BR" dirty="0"/>
        </a:p>
      </dgm:t>
    </dgm:pt>
    <dgm:pt modelId="{1EE8E37C-3718-44F2-8494-12CD8B898303}" type="parTrans" cxnId="{BEC49EDC-BC8B-4311-AC9D-FE05259C872B}">
      <dgm:prSet/>
      <dgm:spPr/>
      <dgm:t>
        <a:bodyPr/>
        <a:lstStyle/>
        <a:p>
          <a:endParaRPr lang="pt-BR"/>
        </a:p>
      </dgm:t>
    </dgm:pt>
    <dgm:pt modelId="{2EF9AB79-EE3B-46FD-B605-90C81DD4F42F}" type="sibTrans" cxnId="{BEC49EDC-BC8B-4311-AC9D-FE05259C872B}">
      <dgm:prSet/>
      <dgm:spPr/>
      <dgm:t>
        <a:bodyPr/>
        <a:lstStyle/>
        <a:p>
          <a:endParaRPr lang="pt-BR"/>
        </a:p>
      </dgm:t>
    </dgm:pt>
    <dgm:pt modelId="{20AD1F24-8DD4-4695-9494-2B80D9F1016F}" type="pres">
      <dgm:prSet presAssocID="{173431C3-C7C8-4E11-A307-4BC06A6793C3}" presName="linearFlow" presStyleCnt="0">
        <dgm:presLayoutVars>
          <dgm:dir/>
          <dgm:animLvl val="lvl"/>
          <dgm:resizeHandles val="exact"/>
        </dgm:presLayoutVars>
      </dgm:prSet>
      <dgm:spPr/>
    </dgm:pt>
    <dgm:pt modelId="{E3CA9947-3636-4A92-99D4-6F0C2AD34E86}" type="pres">
      <dgm:prSet presAssocID="{43A91111-A072-426F-A134-8867577567CE}" presName="composite" presStyleCnt="0"/>
      <dgm:spPr/>
    </dgm:pt>
    <dgm:pt modelId="{4087A91D-4BFA-4BB8-92BC-35207A248EEC}" type="pres">
      <dgm:prSet presAssocID="{43A91111-A072-426F-A134-8867577567CE}" presName="parTx" presStyleLbl="node1" presStyleIdx="0" presStyleCnt="7">
        <dgm:presLayoutVars>
          <dgm:chMax val="0"/>
          <dgm:chPref val="0"/>
          <dgm:bulletEnabled val="1"/>
        </dgm:presLayoutVars>
      </dgm:prSet>
      <dgm:spPr/>
    </dgm:pt>
    <dgm:pt modelId="{D61FBCFF-25B6-4899-93E6-6E6A7C1AE50C}" type="pres">
      <dgm:prSet presAssocID="{43A91111-A072-426F-A134-8867577567CE}" presName="parSh" presStyleLbl="node1" presStyleIdx="0" presStyleCnt="7"/>
      <dgm:spPr/>
    </dgm:pt>
    <dgm:pt modelId="{4AE4E707-6198-4E26-A79E-1AC54664DEFA}" type="pres">
      <dgm:prSet presAssocID="{43A91111-A072-426F-A134-8867577567CE}" presName="desTx" presStyleLbl="fgAcc1" presStyleIdx="0" presStyleCnt="7">
        <dgm:presLayoutVars>
          <dgm:bulletEnabled val="1"/>
        </dgm:presLayoutVars>
      </dgm:prSet>
      <dgm:spPr/>
    </dgm:pt>
    <dgm:pt modelId="{C0D5DE63-F956-459F-8899-F385A24D44E8}" type="pres">
      <dgm:prSet presAssocID="{BDB50754-FCBD-4C20-8735-16C78F2C2C94}" presName="sibTrans" presStyleLbl="sibTrans2D1" presStyleIdx="0" presStyleCnt="6"/>
      <dgm:spPr/>
    </dgm:pt>
    <dgm:pt modelId="{8CE0B380-5DC4-4F7A-8EDC-BDF2849A4BC7}" type="pres">
      <dgm:prSet presAssocID="{BDB50754-FCBD-4C20-8735-16C78F2C2C94}" presName="connTx" presStyleLbl="sibTrans2D1" presStyleIdx="0" presStyleCnt="6"/>
      <dgm:spPr/>
    </dgm:pt>
    <dgm:pt modelId="{497E9E3D-C8FE-4859-8ECD-C4FD56421D85}" type="pres">
      <dgm:prSet presAssocID="{94AA074C-99CC-47ED-871A-C89E7437360A}" presName="composite" presStyleCnt="0"/>
      <dgm:spPr/>
    </dgm:pt>
    <dgm:pt modelId="{D41E4234-E27B-491F-812E-92516F1C0B8A}" type="pres">
      <dgm:prSet presAssocID="{94AA074C-99CC-47ED-871A-C89E7437360A}" presName="parTx" presStyleLbl="node1" presStyleIdx="0" presStyleCnt="7">
        <dgm:presLayoutVars>
          <dgm:chMax val="0"/>
          <dgm:chPref val="0"/>
          <dgm:bulletEnabled val="1"/>
        </dgm:presLayoutVars>
      </dgm:prSet>
      <dgm:spPr/>
    </dgm:pt>
    <dgm:pt modelId="{B09497CD-1B48-4E7D-8ED6-6906C8CB788D}" type="pres">
      <dgm:prSet presAssocID="{94AA074C-99CC-47ED-871A-C89E7437360A}" presName="parSh" presStyleLbl="node1" presStyleIdx="1" presStyleCnt="7"/>
      <dgm:spPr/>
    </dgm:pt>
    <dgm:pt modelId="{B1335990-EB2B-4240-AEB5-160EEC162F90}" type="pres">
      <dgm:prSet presAssocID="{94AA074C-99CC-47ED-871A-C89E7437360A}" presName="desTx" presStyleLbl="fgAcc1" presStyleIdx="1" presStyleCnt="7">
        <dgm:presLayoutVars>
          <dgm:bulletEnabled val="1"/>
        </dgm:presLayoutVars>
      </dgm:prSet>
      <dgm:spPr/>
    </dgm:pt>
    <dgm:pt modelId="{4EC3FF00-1755-4237-B92E-20ADD3CC2CCF}" type="pres">
      <dgm:prSet presAssocID="{9EBEEB61-BAA4-492B-B520-311811BB2269}" presName="sibTrans" presStyleLbl="sibTrans2D1" presStyleIdx="1" presStyleCnt="6"/>
      <dgm:spPr/>
    </dgm:pt>
    <dgm:pt modelId="{8D368C74-3CED-4784-AB1D-822375034488}" type="pres">
      <dgm:prSet presAssocID="{9EBEEB61-BAA4-492B-B520-311811BB2269}" presName="connTx" presStyleLbl="sibTrans2D1" presStyleIdx="1" presStyleCnt="6"/>
      <dgm:spPr/>
    </dgm:pt>
    <dgm:pt modelId="{AA797D14-47DA-4B24-AB03-424DBC35E79E}" type="pres">
      <dgm:prSet presAssocID="{00451AB4-888A-4211-8B7C-15E5BD4424DD}" presName="composite" presStyleCnt="0"/>
      <dgm:spPr/>
    </dgm:pt>
    <dgm:pt modelId="{061234D5-13F6-4422-9BDC-50B564E222F9}" type="pres">
      <dgm:prSet presAssocID="{00451AB4-888A-4211-8B7C-15E5BD4424DD}" presName="parTx" presStyleLbl="node1" presStyleIdx="1" presStyleCnt="7">
        <dgm:presLayoutVars>
          <dgm:chMax val="0"/>
          <dgm:chPref val="0"/>
          <dgm:bulletEnabled val="1"/>
        </dgm:presLayoutVars>
      </dgm:prSet>
      <dgm:spPr/>
    </dgm:pt>
    <dgm:pt modelId="{67EFC139-3E71-4D26-AA8F-71DA9FF9C68A}" type="pres">
      <dgm:prSet presAssocID="{00451AB4-888A-4211-8B7C-15E5BD4424DD}" presName="parSh" presStyleLbl="node1" presStyleIdx="2" presStyleCnt="7"/>
      <dgm:spPr/>
    </dgm:pt>
    <dgm:pt modelId="{DEAB463C-DAF1-4EEA-A7DA-740A9501697C}" type="pres">
      <dgm:prSet presAssocID="{00451AB4-888A-4211-8B7C-15E5BD4424DD}" presName="desTx" presStyleLbl="fgAcc1" presStyleIdx="2" presStyleCnt="7">
        <dgm:presLayoutVars>
          <dgm:bulletEnabled val="1"/>
        </dgm:presLayoutVars>
      </dgm:prSet>
      <dgm:spPr/>
    </dgm:pt>
    <dgm:pt modelId="{8D9BCC77-D35E-452D-A546-F03BFEB5945C}" type="pres">
      <dgm:prSet presAssocID="{9D2CA2FE-FA90-4CD5-9C30-8D893851861F}" presName="sibTrans" presStyleLbl="sibTrans2D1" presStyleIdx="2" presStyleCnt="6"/>
      <dgm:spPr/>
    </dgm:pt>
    <dgm:pt modelId="{7157F2CE-B881-434F-95BC-F91F9814C142}" type="pres">
      <dgm:prSet presAssocID="{9D2CA2FE-FA90-4CD5-9C30-8D893851861F}" presName="connTx" presStyleLbl="sibTrans2D1" presStyleIdx="2" presStyleCnt="6"/>
      <dgm:spPr/>
    </dgm:pt>
    <dgm:pt modelId="{4C0D4EE0-8F78-471D-8F52-2DB9EAF22B61}" type="pres">
      <dgm:prSet presAssocID="{99C32D85-B7CC-48BE-8F25-F9279A22975D}" presName="composite" presStyleCnt="0"/>
      <dgm:spPr/>
    </dgm:pt>
    <dgm:pt modelId="{6F960ED8-B962-428A-A12B-BDF18A9CFE82}" type="pres">
      <dgm:prSet presAssocID="{99C32D85-B7CC-48BE-8F25-F9279A22975D}" presName="parTx" presStyleLbl="node1" presStyleIdx="2" presStyleCnt="7">
        <dgm:presLayoutVars>
          <dgm:chMax val="0"/>
          <dgm:chPref val="0"/>
          <dgm:bulletEnabled val="1"/>
        </dgm:presLayoutVars>
      </dgm:prSet>
      <dgm:spPr/>
    </dgm:pt>
    <dgm:pt modelId="{FFF492EC-2E03-4EB4-81D9-EFBD7F7999BB}" type="pres">
      <dgm:prSet presAssocID="{99C32D85-B7CC-48BE-8F25-F9279A22975D}" presName="parSh" presStyleLbl="node1" presStyleIdx="3" presStyleCnt="7"/>
      <dgm:spPr/>
    </dgm:pt>
    <dgm:pt modelId="{B6F3CAAA-C60A-4437-B7FE-0AEE5D229E25}" type="pres">
      <dgm:prSet presAssocID="{99C32D85-B7CC-48BE-8F25-F9279A22975D}" presName="desTx" presStyleLbl="fgAcc1" presStyleIdx="3" presStyleCnt="7">
        <dgm:presLayoutVars>
          <dgm:bulletEnabled val="1"/>
        </dgm:presLayoutVars>
      </dgm:prSet>
      <dgm:spPr/>
    </dgm:pt>
    <dgm:pt modelId="{FED10953-A343-49E4-B882-AD6CACBC154D}" type="pres">
      <dgm:prSet presAssocID="{F07D77E4-0AE5-4A21-B6E8-5DB9CF6FC67C}" presName="sibTrans" presStyleLbl="sibTrans2D1" presStyleIdx="3" presStyleCnt="6"/>
      <dgm:spPr/>
    </dgm:pt>
    <dgm:pt modelId="{4BCBCE09-86A0-4713-9CD8-9EA5BDC2B24B}" type="pres">
      <dgm:prSet presAssocID="{F07D77E4-0AE5-4A21-B6E8-5DB9CF6FC67C}" presName="connTx" presStyleLbl="sibTrans2D1" presStyleIdx="3" presStyleCnt="6"/>
      <dgm:spPr/>
    </dgm:pt>
    <dgm:pt modelId="{5A570FAE-0A18-4C73-A666-821B790C72B6}" type="pres">
      <dgm:prSet presAssocID="{5B8EFD93-3143-48FC-81F6-4CDEF42A64C9}" presName="composite" presStyleCnt="0"/>
      <dgm:spPr/>
    </dgm:pt>
    <dgm:pt modelId="{266F7221-4979-4B67-B38B-4C828E64DC69}" type="pres">
      <dgm:prSet presAssocID="{5B8EFD93-3143-48FC-81F6-4CDEF42A64C9}" presName="parTx" presStyleLbl="node1" presStyleIdx="3" presStyleCnt="7">
        <dgm:presLayoutVars>
          <dgm:chMax val="0"/>
          <dgm:chPref val="0"/>
          <dgm:bulletEnabled val="1"/>
        </dgm:presLayoutVars>
      </dgm:prSet>
      <dgm:spPr/>
    </dgm:pt>
    <dgm:pt modelId="{EC8F43EC-AAB4-4794-ACC5-D1E5A4769CBB}" type="pres">
      <dgm:prSet presAssocID="{5B8EFD93-3143-48FC-81F6-4CDEF42A64C9}" presName="parSh" presStyleLbl="node1" presStyleIdx="4" presStyleCnt="7"/>
      <dgm:spPr/>
    </dgm:pt>
    <dgm:pt modelId="{FE8B2B5D-AB3F-466A-BB07-6F2C4D88A829}" type="pres">
      <dgm:prSet presAssocID="{5B8EFD93-3143-48FC-81F6-4CDEF42A64C9}" presName="desTx" presStyleLbl="fgAcc1" presStyleIdx="4" presStyleCnt="7">
        <dgm:presLayoutVars>
          <dgm:bulletEnabled val="1"/>
        </dgm:presLayoutVars>
      </dgm:prSet>
      <dgm:spPr/>
    </dgm:pt>
    <dgm:pt modelId="{4B3607E6-978C-4320-8745-9D2BE5D519F2}" type="pres">
      <dgm:prSet presAssocID="{9264B392-1EC0-4C19-9C90-804C7BC2990B}" presName="sibTrans" presStyleLbl="sibTrans2D1" presStyleIdx="4" presStyleCnt="6"/>
      <dgm:spPr/>
    </dgm:pt>
    <dgm:pt modelId="{EE8B4CDD-6547-4B39-A793-977FB3B936BE}" type="pres">
      <dgm:prSet presAssocID="{9264B392-1EC0-4C19-9C90-804C7BC2990B}" presName="connTx" presStyleLbl="sibTrans2D1" presStyleIdx="4" presStyleCnt="6"/>
      <dgm:spPr/>
    </dgm:pt>
    <dgm:pt modelId="{1F26A889-36F7-44DB-B154-AEA63790B5C6}" type="pres">
      <dgm:prSet presAssocID="{AB16674C-6324-4DD1-BC85-0B776CE7DF9E}" presName="composite" presStyleCnt="0"/>
      <dgm:spPr/>
    </dgm:pt>
    <dgm:pt modelId="{A270379D-F73B-46AF-8CC7-92726154BCCF}" type="pres">
      <dgm:prSet presAssocID="{AB16674C-6324-4DD1-BC85-0B776CE7DF9E}" presName="parTx" presStyleLbl="node1" presStyleIdx="4" presStyleCnt="7">
        <dgm:presLayoutVars>
          <dgm:chMax val="0"/>
          <dgm:chPref val="0"/>
          <dgm:bulletEnabled val="1"/>
        </dgm:presLayoutVars>
      </dgm:prSet>
      <dgm:spPr/>
    </dgm:pt>
    <dgm:pt modelId="{8FD50F42-C66E-4032-B50A-3BC0487381BA}" type="pres">
      <dgm:prSet presAssocID="{AB16674C-6324-4DD1-BC85-0B776CE7DF9E}" presName="parSh" presStyleLbl="node1" presStyleIdx="5" presStyleCnt="7"/>
      <dgm:spPr/>
    </dgm:pt>
    <dgm:pt modelId="{E4F911AE-0651-4ECF-8180-8786C1124747}" type="pres">
      <dgm:prSet presAssocID="{AB16674C-6324-4DD1-BC85-0B776CE7DF9E}" presName="desTx" presStyleLbl="fgAcc1" presStyleIdx="5" presStyleCnt="7">
        <dgm:presLayoutVars>
          <dgm:bulletEnabled val="1"/>
        </dgm:presLayoutVars>
      </dgm:prSet>
      <dgm:spPr/>
    </dgm:pt>
    <dgm:pt modelId="{A264279D-5CE4-4A39-ABC5-C267CD988617}" type="pres">
      <dgm:prSet presAssocID="{095ABA95-F463-456E-B414-98AE65DA1D5D}" presName="sibTrans" presStyleLbl="sibTrans2D1" presStyleIdx="5" presStyleCnt="6"/>
      <dgm:spPr/>
    </dgm:pt>
    <dgm:pt modelId="{AB601456-A452-4E9F-933F-2EB342B4B6AE}" type="pres">
      <dgm:prSet presAssocID="{095ABA95-F463-456E-B414-98AE65DA1D5D}" presName="connTx" presStyleLbl="sibTrans2D1" presStyleIdx="5" presStyleCnt="6"/>
      <dgm:spPr/>
    </dgm:pt>
    <dgm:pt modelId="{D62C4D13-B8FD-4225-AAFA-236F36348808}" type="pres">
      <dgm:prSet presAssocID="{3AFF252E-A5E1-4B03-936F-B01F061F857B}" presName="composite" presStyleCnt="0"/>
      <dgm:spPr/>
    </dgm:pt>
    <dgm:pt modelId="{1D83EFF1-05FA-4BF9-B7FE-7CC7F8B73B89}" type="pres">
      <dgm:prSet presAssocID="{3AFF252E-A5E1-4B03-936F-B01F061F857B}" presName="parTx" presStyleLbl="node1" presStyleIdx="5" presStyleCnt="7">
        <dgm:presLayoutVars>
          <dgm:chMax val="0"/>
          <dgm:chPref val="0"/>
          <dgm:bulletEnabled val="1"/>
        </dgm:presLayoutVars>
      </dgm:prSet>
      <dgm:spPr/>
    </dgm:pt>
    <dgm:pt modelId="{2A4915F8-E941-4EB0-BD00-655C6E486DA1}" type="pres">
      <dgm:prSet presAssocID="{3AFF252E-A5E1-4B03-936F-B01F061F857B}" presName="parSh" presStyleLbl="node1" presStyleIdx="6" presStyleCnt="7"/>
      <dgm:spPr/>
    </dgm:pt>
    <dgm:pt modelId="{233E8573-BD28-4C8B-A647-1DF3C27CE77A}" type="pres">
      <dgm:prSet presAssocID="{3AFF252E-A5E1-4B03-936F-B01F061F857B}" presName="desTx" presStyleLbl="fgAcc1" presStyleIdx="6" presStyleCnt="7">
        <dgm:presLayoutVars>
          <dgm:bulletEnabled val="1"/>
        </dgm:presLayoutVars>
      </dgm:prSet>
      <dgm:spPr/>
    </dgm:pt>
  </dgm:ptLst>
  <dgm:cxnLst>
    <dgm:cxn modelId="{0A61DC07-022F-4F5D-9B6A-273267F59ADF}" srcId="{3AFF252E-A5E1-4B03-936F-B01F061F857B}" destId="{862D66E1-6684-4AA3-82C8-3EEDFCA0D87A}" srcOrd="0" destOrd="0" parTransId="{CFD4A9B6-B5B6-45A3-B119-DD042C8D64AB}" sibTransId="{67A541AD-CE47-4F30-A6A4-BC7CB05D2A2E}"/>
    <dgm:cxn modelId="{C5079A0E-83EB-4084-A1F7-FEAAAACE4284}" srcId="{173431C3-C7C8-4E11-A307-4BC06A6793C3}" destId="{43A91111-A072-426F-A134-8867577567CE}" srcOrd="0" destOrd="0" parTransId="{479EDE8B-E0DA-4C6B-9613-849894B2E8C4}" sibTransId="{BDB50754-FCBD-4C20-8735-16C78F2C2C94}"/>
    <dgm:cxn modelId="{914C8715-A1CA-4867-892F-232367CBEDE5}" type="presOf" srcId="{F92065FA-3384-4F10-9F56-F243399152A8}" destId="{B6F3CAAA-C60A-4437-B7FE-0AEE5D229E25}" srcOrd="0" destOrd="2" presId="urn:microsoft.com/office/officeart/2005/8/layout/process3"/>
    <dgm:cxn modelId="{BD88D61A-7B46-4E1A-A78B-CF913B46E1C3}" type="presOf" srcId="{30F5BFC2-28D2-4744-B888-29847B7751E3}" destId="{DEAB463C-DAF1-4EEA-A7DA-740A9501697C}" srcOrd="0" destOrd="0" presId="urn:microsoft.com/office/officeart/2005/8/layout/process3"/>
    <dgm:cxn modelId="{9C00291F-8265-493E-86C4-F90AA0E6A7D3}" type="presOf" srcId="{749E79EA-AC1A-4368-8D59-2A017A30FE33}" destId="{B6F3CAAA-C60A-4437-B7FE-0AEE5D229E25}" srcOrd="0" destOrd="0" presId="urn:microsoft.com/office/officeart/2005/8/layout/process3"/>
    <dgm:cxn modelId="{49DA4325-2D86-4ADA-B899-7E8A6F341A3C}" srcId="{3AFF252E-A5E1-4B03-936F-B01F061F857B}" destId="{AE784E95-51F2-4476-BE4E-C68064BD6F3A}" srcOrd="2" destOrd="0" parTransId="{B6F0A0CC-4289-422F-B48B-2526EA8C3D06}" sibTransId="{A2BD9244-5163-4B80-8665-806BEDE9661C}"/>
    <dgm:cxn modelId="{59917526-33D6-4698-AB66-55E7650377CB}" srcId="{3AFF252E-A5E1-4B03-936F-B01F061F857B}" destId="{EBA92E9D-D636-4A52-A9D2-3A4874DC558F}" srcOrd="1" destOrd="0" parTransId="{11F1C50F-3B2F-4ED5-95F6-B3BE1B63D4C2}" sibTransId="{3E32B340-8082-49B5-A4CE-22058DAA4327}"/>
    <dgm:cxn modelId="{ABFA7A26-B5F5-42A8-A6B5-E6D85319304C}" srcId="{173431C3-C7C8-4E11-A307-4BC06A6793C3}" destId="{94AA074C-99CC-47ED-871A-C89E7437360A}" srcOrd="1" destOrd="0" parTransId="{34C1795C-7096-48C4-946C-85724587375E}" sibTransId="{9EBEEB61-BAA4-492B-B520-311811BB2269}"/>
    <dgm:cxn modelId="{8AF74C2B-C376-48D3-B498-FD5FF57DFCA9}" type="presOf" srcId="{93B25827-A360-4F53-AEFD-F73122B4A5A1}" destId="{B1335990-EB2B-4240-AEB5-160EEC162F90}" srcOrd="0" destOrd="0" presId="urn:microsoft.com/office/officeart/2005/8/layout/process3"/>
    <dgm:cxn modelId="{AB39C630-E341-4058-986A-B131FAFC91FA}" srcId="{173431C3-C7C8-4E11-A307-4BC06A6793C3}" destId="{3AFF252E-A5E1-4B03-936F-B01F061F857B}" srcOrd="6" destOrd="0" parTransId="{CD6CB8F1-C9AF-4C5D-94E7-106AF695BD6F}" sibTransId="{1BB88ED4-ABB4-4349-99D9-F8BB9A690A2B}"/>
    <dgm:cxn modelId="{1F9C4333-772A-4643-897C-343075255D66}" type="presOf" srcId="{AE784E95-51F2-4476-BE4E-C68064BD6F3A}" destId="{233E8573-BD28-4C8B-A647-1DF3C27CE77A}" srcOrd="0" destOrd="2" presId="urn:microsoft.com/office/officeart/2005/8/layout/process3"/>
    <dgm:cxn modelId="{9D343A34-48C6-4554-AF4D-E9C1C7EB9F99}" type="presOf" srcId="{9EBEEB61-BAA4-492B-B520-311811BB2269}" destId="{8D368C74-3CED-4784-AB1D-822375034488}" srcOrd="1" destOrd="0" presId="urn:microsoft.com/office/officeart/2005/8/layout/process3"/>
    <dgm:cxn modelId="{D7B61C36-D198-4D81-91BB-032969CE1D4F}" type="presOf" srcId="{6CB051F2-577B-4C13-A508-602573EE32D3}" destId="{DEAB463C-DAF1-4EEA-A7DA-740A9501697C}" srcOrd="0" destOrd="1" presId="urn:microsoft.com/office/officeart/2005/8/layout/process3"/>
    <dgm:cxn modelId="{0A002C37-1AB4-4B0B-B955-042738A9C9E4}" type="presOf" srcId="{095ABA95-F463-456E-B414-98AE65DA1D5D}" destId="{AB601456-A452-4E9F-933F-2EB342B4B6AE}" srcOrd="1" destOrd="0" presId="urn:microsoft.com/office/officeart/2005/8/layout/process3"/>
    <dgm:cxn modelId="{F91ADF40-B547-49E4-AB28-F67CE64E516E}" type="presOf" srcId="{86D6B2C6-BE9E-4D22-8703-46EE00BFB750}" destId="{FE8B2B5D-AB3F-466A-BB07-6F2C4D88A829}" srcOrd="0" destOrd="0" presId="urn:microsoft.com/office/officeart/2005/8/layout/process3"/>
    <dgm:cxn modelId="{0C609A5C-7A5B-4AE7-8A3A-3D83FD7FE532}" srcId="{99C32D85-B7CC-48BE-8F25-F9279A22975D}" destId="{F92065FA-3384-4F10-9F56-F243399152A8}" srcOrd="2" destOrd="0" parTransId="{EA0611C3-5CF2-4585-A18A-985152C3BFC5}" sibTransId="{B7EE967F-C780-4EB7-879E-4B2663F5A77E}"/>
    <dgm:cxn modelId="{D3CFA141-F132-40D8-B2A4-E65A0EE75DD5}" type="presOf" srcId="{00451AB4-888A-4211-8B7C-15E5BD4424DD}" destId="{061234D5-13F6-4422-9BDC-50B564E222F9}" srcOrd="0" destOrd="0" presId="urn:microsoft.com/office/officeart/2005/8/layout/process3"/>
    <dgm:cxn modelId="{C3B65A66-A707-4FA5-9FB5-62A3300DBDBF}" srcId="{173431C3-C7C8-4E11-A307-4BC06A6793C3}" destId="{5B8EFD93-3143-48FC-81F6-4CDEF42A64C9}" srcOrd="4" destOrd="0" parTransId="{0B611605-5239-4A16-8AC4-FACD0A101964}" sibTransId="{9264B392-1EC0-4C19-9C90-804C7BC2990B}"/>
    <dgm:cxn modelId="{8F8ADE67-1A5B-4857-AD55-E134FD84E20E}" type="presOf" srcId="{095ABA95-F463-456E-B414-98AE65DA1D5D}" destId="{A264279D-5CE4-4A39-ABC5-C267CD988617}" srcOrd="0" destOrd="0" presId="urn:microsoft.com/office/officeart/2005/8/layout/process3"/>
    <dgm:cxn modelId="{C4446348-A5A0-455D-93DA-4C1E8356E9C2}" type="presOf" srcId="{9D2CA2FE-FA90-4CD5-9C30-8D893851861F}" destId="{7157F2CE-B881-434F-95BC-F91F9814C142}" srcOrd="1" destOrd="0" presId="urn:microsoft.com/office/officeart/2005/8/layout/process3"/>
    <dgm:cxn modelId="{E1078F4A-68A6-48AB-A311-7043CFEA45AA}" srcId="{00451AB4-888A-4211-8B7C-15E5BD4424DD}" destId="{30F5BFC2-28D2-4744-B888-29847B7751E3}" srcOrd="0" destOrd="0" parTransId="{50AFDAA9-7243-4528-9FF4-8116B961C537}" sibTransId="{FE4C3B0A-1ECE-4C65-BD9E-3C08BED0FF74}"/>
    <dgm:cxn modelId="{9536E46B-A838-4E6B-B53A-2657348BF8E4}" srcId="{5B8EFD93-3143-48FC-81F6-4CDEF42A64C9}" destId="{8B223968-88BE-4AD6-B402-D590A27A41A3}" srcOrd="3" destOrd="0" parTransId="{CF6B8C4C-3F0F-407F-BF1C-BA78DBB682F0}" sibTransId="{03A4053C-B052-43CF-BA91-A03B6B34F498}"/>
    <dgm:cxn modelId="{D910FB4B-695D-4697-B29A-4FD59AD13737}" type="presOf" srcId="{9EBEEB61-BAA4-492B-B520-311811BB2269}" destId="{4EC3FF00-1755-4237-B92E-20ADD3CC2CCF}" srcOrd="0" destOrd="0" presId="urn:microsoft.com/office/officeart/2005/8/layout/process3"/>
    <dgm:cxn modelId="{50A8CF4C-2256-4095-9120-B9A1F0D879CF}" type="presOf" srcId="{35572622-5890-4107-8C3F-CA9D4E83B09B}" destId="{E4F911AE-0651-4ECF-8180-8786C1124747}" srcOrd="0" destOrd="0" presId="urn:microsoft.com/office/officeart/2005/8/layout/process3"/>
    <dgm:cxn modelId="{73B5244E-4D95-40FC-A812-8A98D513D976}" srcId="{94AA074C-99CC-47ED-871A-C89E7437360A}" destId="{EB4543B4-E150-4750-8D33-8A2BE047CE6A}" srcOrd="3" destOrd="0" parTransId="{20D33EAF-6DE2-4208-A4AC-A60B696FC789}" sibTransId="{0ED6EF0D-465E-46E7-9F5E-C637AE31938A}"/>
    <dgm:cxn modelId="{DEF3BD6F-661A-48BD-8E12-0A9C67539192}" type="presOf" srcId="{43A91111-A072-426F-A134-8867577567CE}" destId="{4087A91D-4BFA-4BB8-92BC-35207A248EEC}" srcOrd="0" destOrd="0" presId="urn:microsoft.com/office/officeart/2005/8/layout/process3"/>
    <dgm:cxn modelId="{F08CFE70-BDF9-440C-8B87-43C18D62DDA7}" srcId="{99C32D85-B7CC-48BE-8F25-F9279A22975D}" destId="{26C46A62-73B1-4B79-8AE2-72D7030336E1}" srcOrd="1" destOrd="0" parTransId="{0A745002-D4F7-4F59-9BF4-9ED1793AC38E}" sibTransId="{A8BA25A9-47DE-44ED-80CD-170303ECBC9A}"/>
    <dgm:cxn modelId="{CBDC7B52-DBBD-4DAE-98E3-22888A5DBBD0}" type="presOf" srcId="{9264B392-1EC0-4C19-9C90-804C7BC2990B}" destId="{EE8B4CDD-6547-4B39-A793-977FB3B936BE}" srcOrd="1" destOrd="0" presId="urn:microsoft.com/office/officeart/2005/8/layout/process3"/>
    <dgm:cxn modelId="{6FB6C953-C47F-401E-9F11-07FF86671601}" type="presOf" srcId="{26C46A62-73B1-4B79-8AE2-72D7030336E1}" destId="{B6F3CAAA-C60A-4437-B7FE-0AEE5D229E25}" srcOrd="0" destOrd="1" presId="urn:microsoft.com/office/officeart/2005/8/layout/process3"/>
    <dgm:cxn modelId="{02660654-0B47-472B-8238-6CF32F2CCB70}" type="presOf" srcId="{F07D77E4-0AE5-4A21-B6E8-5DB9CF6FC67C}" destId="{4BCBCE09-86A0-4713-9CD8-9EA5BDC2B24B}" srcOrd="1" destOrd="0" presId="urn:microsoft.com/office/officeart/2005/8/layout/process3"/>
    <dgm:cxn modelId="{DA107974-6F88-422E-B593-55CFD09E5CE8}" type="presOf" srcId="{3AFF252E-A5E1-4B03-936F-B01F061F857B}" destId="{1D83EFF1-05FA-4BF9-B7FE-7CC7F8B73B89}" srcOrd="0" destOrd="0" presId="urn:microsoft.com/office/officeart/2005/8/layout/process3"/>
    <dgm:cxn modelId="{E5F89A74-E59D-47FE-A2D4-35D476832921}" srcId="{5B8EFD93-3143-48FC-81F6-4CDEF42A64C9}" destId="{53D062B1-2BC7-4ADF-9BDE-50C86DA80ACB}" srcOrd="2" destOrd="0" parTransId="{4709277C-95AD-4551-B77D-3C28019D832C}" sibTransId="{EB76CF9F-E61A-4CAC-B0EE-32ACF8CD071D}"/>
    <dgm:cxn modelId="{D8BB7475-942F-42E0-96EB-5B6069D66B5B}" type="presOf" srcId="{173431C3-C7C8-4E11-A307-4BC06A6793C3}" destId="{20AD1F24-8DD4-4695-9494-2B80D9F1016F}" srcOrd="0" destOrd="0" presId="urn:microsoft.com/office/officeart/2005/8/layout/process3"/>
    <dgm:cxn modelId="{7D709955-257B-4118-9713-4CB542B02A6D}" srcId="{3AFF252E-A5E1-4B03-936F-B01F061F857B}" destId="{8318D21D-94C7-45B8-9750-4BD97F92F4D0}" srcOrd="3" destOrd="0" parTransId="{5761AB45-8D39-46CE-BC79-FBF17E181F5A}" sibTransId="{8609A0B5-5B0F-4CEF-94C1-1C951137E4B4}"/>
    <dgm:cxn modelId="{9B32C575-4886-400C-A2AC-221941D85782}" type="presOf" srcId="{99C32D85-B7CC-48BE-8F25-F9279A22975D}" destId="{FFF492EC-2E03-4EB4-81D9-EFBD7F7999BB}" srcOrd="1" destOrd="0" presId="urn:microsoft.com/office/officeart/2005/8/layout/process3"/>
    <dgm:cxn modelId="{3C448E57-685C-479D-A27F-4E208A9635FB}" srcId="{173431C3-C7C8-4E11-A307-4BC06A6793C3}" destId="{99C32D85-B7CC-48BE-8F25-F9279A22975D}" srcOrd="3" destOrd="0" parTransId="{34A494FA-D809-479E-AA37-29C2095D7CF3}" sibTransId="{F07D77E4-0AE5-4A21-B6E8-5DB9CF6FC67C}"/>
    <dgm:cxn modelId="{211F9B7F-9541-49B6-99E1-623EF90206A1}" type="presOf" srcId="{BDB50754-FCBD-4C20-8735-16C78F2C2C94}" destId="{8CE0B380-5DC4-4F7A-8EDC-BDF2849A4BC7}" srcOrd="1" destOrd="0" presId="urn:microsoft.com/office/officeart/2005/8/layout/process3"/>
    <dgm:cxn modelId="{74E49181-4644-4261-94FC-EB5EE9553B0E}" type="presOf" srcId="{99C32D85-B7CC-48BE-8F25-F9279A22975D}" destId="{6F960ED8-B962-428A-A12B-BDF18A9CFE82}" srcOrd="0" destOrd="0" presId="urn:microsoft.com/office/officeart/2005/8/layout/process3"/>
    <dgm:cxn modelId="{71CC7D84-0B01-4336-A6AE-8A917390699B}" type="presOf" srcId="{D224DD4B-1E2C-4B1B-BF02-5245A7C11E69}" destId="{DEAB463C-DAF1-4EEA-A7DA-740A9501697C}" srcOrd="0" destOrd="2" presId="urn:microsoft.com/office/officeart/2005/8/layout/process3"/>
    <dgm:cxn modelId="{53BF6A87-E348-46C2-A667-C319E675D394}" srcId="{5B8EFD93-3143-48FC-81F6-4CDEF42A64C9}" destId="{86D6B2C6-BE9E-4D22-8703-46EE00BFB750}" srcOrd="0" destOrd="0" parTransId="{80E5E8CD-513F-4345-81A6-12D70F949B3B}" sibTransId="{95EAE8AD-6322-469F-85E7-6554B204450C}"/>
    <dgm:cxn modelId="{CC700988-6710-4E32-95BB-7C15CCBAD9BA}" type="presOf" srcId="{94AA074C-99CC-47ED-871A-C89E7437360A}" destId="{D41E4234-E27B-491F-812E-92516F1C0B8A}" srcOrd="0" destOrd="0" presId="urn:microsoft.com/office/officeart/2005/8/layout/process3"/>
    <dgm:cxn modelId="{F0792989-39B0-4B17-AB3A-DDA3D06BDF43}" srcId="{00451AB4-888A-4211-8B7C-15E5BD4424DD}" destId="{D224DD4B-1E2C-4B1B-BF02-5245A7C11E69}" srcOrd="2" destOrd="0" parTransId="{329EB7F0-EFB4-4497-B1E9-272E18F112E0}" sibTransId="{8E5818DA-92F0-433B-A93B-73CD03A06264}"/>
    <dgm:cxn modelId="{273CC58B-2976-4D8F-B361-86F3C8C63401}" type="presOf" srcId="{AB16674C-6324-4DD1-BC85-0B776CE7DF9E}" destId="{8FD50F42-C66E-4032-B50A-3BC0487381BA}" srcOrd="1" destOrd="0" presId="urn:microsoft.com/office/officeart/2005/8/layout/process3"/>
    <dgm:cxn modelId="{C5D7B791-94FC-43EF-8D6B-7CD29B2B5870}" srcId="{99C32D85-B7CC-48BE-8F25-F9279A22975D}" destId="{637B3152-52F3-44F7-B54F-50E7421F583E}" srcOrd="3" destOrd="0" parTransId="{372106A2-76BD-47AA-93E9-FF40728169DA}" sibTransId="{285F6FFB-8A83-4853-8259-2C23D4659BB3}"/>
    <dgm:cxn modelId="{3CC83994-BBBC-4495-BDAD-9B5A7CAF524D}" srcId="{94AA074C-99CC-47ED-871A-C89E7437360A}" destId="{93B25827-A360-4F53-AEFD-F73122B4A5A1}" srcOrd="0" destOrd="0" parTransId="{18A86BB6-55A7-4E4F-BC55-8F782C76916E}" sibTransId="{4B5C4129-E2F3-4B5D-8A0F-CE3D8BAD4182}"/>
    <dgm:cxn modelId="{0E328499-04E4-4580-87A2-D4A4F2D9A807}" type="presOf" srcId="{862D66E1-6684-4AA3-82C8-3EEDFCA0D87A}" destId="{233E8573-BD28-4C8B-A647-1DF3C27CE77A}" srcOrd="0" destOrd="0" presId="urn:microsoft.com/office/officeart/2005/8/layout/process3"/>
    <dgm:cxn modelId="{154C3E9B-BA70-4816-AA9D-C29AFF7526FB}" type="presOf" srcId="{213959BE-3018-435F-A1B3-5D7967F5262F}" destId="{FE8B2B5D-AB3F-466A-BB07-6F2C4D88A829}" srcOrd="0" destOrd="1" presId="urn:microsoft.com/office/officeart/2005/8/layout/process3"/>
    <dgm:cxn modelId="{3ED16A9C-2135-46C5-A729-92E6118181B8}" type="presOf" srcId="{9D2CA2FE-FA90-4CD5-9C30-8D893851861F}" destId="{8D9BCC77-D35E-452D-A546-F03BFEB5945C}" srcOrd="0" destOrd="0" presId="urn:microsoft.com/office/officeart/2005/8/layout/process3"/>
    <dgm:cxn modelId="{CE9FAD9C-1B34-4340-9526-34BB73428569}" type="presOf" srcId="{EB4543B4-E150-4750-8D33-8A2BE047CE6A}" destId="{B1335990-EB2B-4240-AEB5-160EEC162F90}" srcOrd="0" destOrd="3" presId="urn:microsoft.com/office/officeart/2005/8/layout/process3"/>
    <dgm:cxn modelId="{BAF147A4-33F4-4315-B4DA-49782ED5AD08}" type="presOf" srcId="{5B8EFD93-3143-48FC-81F6-4CDEF42A64C9}" destId="{266F7221-4979-4B67-B38B-4C828E64DC69}" srcOrd="0" destOrd="0" presId="urn:microsoft.com/office/officeart/2005/8/layout/process3"/>
    <dgm:cxn modelId="{33FD50A5-19FE-4449-B1D6-E4DA249186C5}" srcId="{173431C3-C7C8-4E11-A307-4BC06A6793C3}" destId="{00451AB4-888A-4211-8B7C-15E5BD4424DD}" srcOrd="2" destOrd="0" parTransId="{257917B0-9F49-4C0A-BCC8-2C40C9E059EB}" sibTransId="{9D2CA2FE-FA90-4CD5-9C30-8D893851861F}"/>
    <dgm:cxn modelId="{36DA1AAA-F5B7-4AF9-A2BB-00BBE1686793}" srcId="{5B8EFD93-3143-48FC-81F6-4CDEF42A64C9}" destId="{213959BE-3018-435F-A1B3-5D7967F5262F}" srcOrd="1" destOrd="0" parTransId="{E7F2146A-7036-420D-BB5A-2A3209BC221D}" sibTransId="{641F0DFF-37FD-4387-B618-66F323466586}"/>
    <dgm:cxn modelId="{6021A5B3-F82F-48D2-BF86-AD868D57B53E}" type="presOf" srcId="{637B3152-52F3-44F7-B54F-50E7421F583E}" destId="{B6F3CAAA-C60A-4437-B7FE-0AEE5D229E25}" srcOrd="0" destOrd="3" presId="urn:microsoft.com/office/officeart/2005/8/layout/process3"/>
    <dgm:cxn modelId="{A84129B8-9759-4C81-87A2-B56FE551036A}" srcId="{173431C3-C7C8-4E11-A307-4BC06A6793C3}" destId="{AB16674C-6324-4DD1-BC85-0B776CE7DF9E}" srcOrd="5" destOrd="0" parTransId="{28EE5D22-072C-4BE9-B161-598457C2C685}" sibTransId="{095ABA95-F463-456E-B414-98AE65DA1D5D}"/>
    <dgm:cxn modelId="{07F638B8-56A3-4328-B5EB-6B6C564C029E}" srcId="{00451AB4-888A-4211-8B7C-15E5BD4424DD}" destId="{331A0D59-2317-45E1-AE38-23F6FF87A4AF}" srcOrd="3" destOrd="0" parTransId="{525724ED-8DA0-4B96-983B-F853F3895AF9}" sibTransId="{806B593C-16AB-4FA7-AE51-73D9067594AE}"/>
    <dgm:cxn modelId="{7E8FC1B8-BE17-4CF1-B5D3-E0D65BFBA05B}" type="presOf" srcId="{20B606D8-AE78-4408-B179-D8E85B2F295D}" destId="{B1335990-EB2B-4240-AEB5-160EEC162F90}" srcOrd="0" destOrd="2" presId="urn:microsoft.com/office/officeart/2005/8/layout/process3"/>
    <dgm:cxn modelId="{9376D5B9-A338-4E2C-9A9A-84E61C01F4E5}" type="presOf" srcId="{331A0D59-2317-45E1-AE38-23F6FF87A4AF}" destId="{DEAB463C-DAF1-4EEA-A7DA-740A9501697C}" srcOrd="0" destOrd="3" presId="urn:microsoft.com/office/officeart/2005/8/layout/process3"/>
    <dgm:cxn modelId="{FAE002BA-E961-45B8-A9A7-F593F5904392}" type="presOf" srcId="{9264B392-1EC0-4C19-9C90-804C7BC2990B}" destId="{4B3607E6-978C-4320-8745-9D2BE5D519F2}" srcOrd="0" destOrd="0" presId="urn:microsoft.com/office/officeart/2005/8/layout/process3"/>
    <dgm:cxn modelId="{6C70FFBA-DE0A-4153-83B5-14161549D98F}" type="presOf" srcId="{AB16674C-6324-4DD1-BC85-0B776CE7DF9E}" destId="{A270379D-F73B-46AF-8CC7-92726154BCCF}" srcOrd="0" destOrd="0" presId="urn:microsoft.com/office/officeart/2005/8/layout/process3"/>
    <dgm:cxn modelId="{B00B30BD-D6E0-4747-91A8-F71C738A1C05}" type="presOf" srcId="{00451AB4-888A-4211-8B7C-15E5BD4424DD}" destId="{67EFC139-3E71-4D26-AA8F-71DA9FF9C68A}" srcOrd="1" destOrd="0" presId="urn:microsoft.com/office/officeart/2005/8/layout/process3"/>
    <dgm:cxn modelId="{4CBCBABF-A82B-4918-B603-8E0C9F3A3767}" srcId="{94AA074C-99CC-47ED-871A-C89E7437360A}" destId="{3C18B389-EC99-4B49-A020-9FCE11638DF5}" srcOrd="1" destOrd="0" parTransId="{2DBFF54D-E689-494F-95FD-81BBDD61E95D}" sibTransId="{29CDE3A7-5761-44B3-B3F8-8D90F068CC5C}"/>
    <dgm:cxn modelId="{604AD8C2-169A-4D01-832C-026CD2A51C89}" type="presOf" srcId="{8318D21D-94C7-45B8-9750-4BD97F92F4D0}" destId="{233E8573-BD28-4C8B-A647-1DF3C27CE77A}" srcOrd="0" destOrd="3" presId="urn:microsoft.com/office/officeart/2005/8/layout/process3"/>
    <dgm:cxn modelId="{6026C4C3-F93E-4867-A2A0-64E9131DFCD5}" type="presOf" srcId="{94AA074C-99CC-47ED-871A-C89E7437360A}" destId="{B09497CD-1B48-4E7D-8ED6-6906C8CB788D}" srcOrd="1" destOrd="0" presId="urn:microsoft.com/office/officeart/2005/8/layout/process3"/>
    <dgm:cxn modelId="{FEBD4BCA-8C30-4BD8-82EC-AFA7CC7898A3}" type="presOf" srcId="{F07D77E4-0AE5-4A21-B6E8-5DB9CF6FC67C}" destId="{FED10953-A343-49E4-B882-AD6CACBC154D}" srcOrd="0" destOrd="0" presId="urn:microsoft.com/office/officeart/2005/8/layout/process3"/>
    <dgm:cxn modelId="{2983CCCD-A06C-4688-B4CB-DC5EDA800102}" type="presOf" srcId="{3C18B389-EC99-4B49-A020-9FCE11638DF5}" destId="{B1335990-EB2B-4240-AEB5-160EEC162F90}" srcOrd="0" destOrd="1" presId="urn:microsoft.com/office/officeart/2005/8/layout/process3"/>
    <dgm:cxn modelId="{74594DDC-BFE8-4699-9A32-FC6529143542}" srcId="{99C32D85-B7CC-48BE-8F25-F9279A22975D}" destId="{749E79EA-AC1A-4368-8D59-2A017A30FE33}" srcOrd="0" destOrd="0" parTransId="{1300C337-77FF-42BB-BAD9-EFA04D4EF704}" sibTransId="{B5D826F8-B1FE-43E5-8FCA-4082F03B0728}"/>
    <dgm:cxn modelId="{BEC49EDC-BC8B-4311-AC9D-FE05259C872B}" srcId="{AB16674C-6324-4DD1-BC85-0B776CE7DF9E}" destId="{35572622-5890-4107-8C3F-CA9D4E83B09B}" srcOrd="0" destOrd="0" parTransId="{1EE8E37C-3718-44F2-8494-12CD8B898303}" sibTransId="{2EF9AB79-EE3B-46FD-B605-90C81DD4F42F}"/>
    <dgm:cxn modelId="{A08E87DD-CB6D-4857-A016-DF9764AAD4E1}" type="presOf" srcId="{3AFF252E-A5E1-4B03-936F-B01F061F857B}" destId="{2A4915F8-E941-4EB0-BD00-655C6E486DA1}" srcOrd="1" destOrd="0" presId="urn:microsoft.com/office/officeart/2005/8/layout/process3"/>
    <dgm:cxn modelId="{157B82E0-70A1-4110-AB64-868217959161}" type="presOf" srcId="{8B223968-88BE-4AD6-B402-D590A27A41A3}" destId="{FE8B2B5D-AB3F-466A-BB07-6F2C4D88A829}" srcOrd="0" destOrd="3" presId="urn:microsoft.com/office/officeart/2005/8/layout/process3"/>
    <dgm:cxn modelId="{4B1480E6-2E0E-42CF-9A4E-56F79D0B4CBC}" type="presOf" srcId="{43A91111-A072-426F-A134-8867577567CE}" destId="{D61FBCFF-25B6-4899-93E6-6E6A7C1AE50C}" srcOrd="1" destOrd="0" presId="urn:microsoft.com/office/officeart/2005/8/layout/process3"/>
    <dgm:cxn modelId="{4311F7E9-F963-43B3-96BC-8AAD36DCBE09}" type="presOf" srcId="{EBA92E9D-D636-4A52-A9D2-3A4874DC558F}" destId="{233E8573-BD28-4C8B-A647-1DF3C27CE77A}" srcOrd="0" destOrd="1" presId="urn:microsoft.com/office/officeart/2005/8/layout/process3"/>
    <dgm:cxn modelId="{748116EC-7670-43DE-BDF3-8EDC084990C3}" srcId="{94AA074C-99CC-47ED-871A-C89E7437360A}" destId="{20B606D8-AE78-4408-B179-D8E85B2F295D}" srcOrd="2" destOrd="0" parTransId="{5726A7FB-3414-4B34-B55C-D4813FE2B9F8}" sibTransId="{9172FDAE-0E2B-4156-9DBA-4A08D3A4573F}"/>
    <dgm:cxn modelId="{7D1CEDED-0AF5-4D7A-945E-E469857DD6EA}" type="presOf" srcId="{5B8EFD93-3143-48FC-81F6-4CDEF42A64C9}" destId="{EC8F43EC-AAB4-4794-ACC5-D1E5A4769CBB}" srcOrd="1" destOrd="0" presId="urn:microsoft.com/office/officeart/2005/8/layout/process3"/>
    <dgm:cxn modelId="{8E4ACFF4-DC47-472F-A812-D31CB7E8AFD9}" type="presOf" srcId="{53D062B1-2BC7-4ADF-9BDE-50C86DA80ACB}" destId="{FE8B2B5D-AB3F-466A-BB07-6F2C4D88A829}" srcOrd="0" destOrd="2" presId="urn:microsoft.com/office/officeart/2005/8/layout/process3"/>
    <dgm:cxn modelId="{B4AF46FC-DFBC-41D4-91AA-2FDFA00FF16C}" srcId="{00451AB4-888A-4211-8B7C-15E5BD4424DD}" destId="{6CB051F2-577B-4C13-A508-602573EE32D3}" srcOrd="1" destOrd="0" parTransId="{3117EF30-90F1-4D53-9DD6-5E241F347D6B}" sibTransId="{6FEF4840-1B70-4004-BA1A-9F344607E069}"/>
    <dgm:cxn modelId="{2C5DABFE-A19D-426E-999C-920F9DC772FF}" type="presOf" srcId="{BDB50754-FCBD-4C20-8735-16C78F2C2C94}" destId="{C0D5DE63-F956-459F-8899-F385A24D44E8}" srcOrd="0" destOrd="0" presId="urn:microsoft.com/office/officeart/2005/8/layout/process3"/>
    <dgm:cxn modelId="{ACA22439-FC67-44EC-B019-385CBF0843D7}" type="presParOf" srcId="{20AD1F24-8DD4-4695-9494-2B80D9F1016F}" destId="{E3CA9947-3636-4A92-99D4-6F0C2AD34E86}" srcOrd="0" destOrd="0" presId="urn:microsoft.com/office/officeart/2005/8/layout/process3"/>
    <dgm:cxn modelId="{E2A4B5DF-8613-49CE-8D67-149A5D2E0456}" type="presParOf" srcId="{E3CA9947-3636-4A92-99D4-6F0C2AD34E86}" destId="{4087A91D-4BFA-4BB8-92BC-35207A248EEC}" srcOrd="0" destOrd="0" presId="urn:microsoft.com/office/officeart/2005/8/layout/process3"/>
    <dgm:cxn modelId="{449B08B4-ACF4-4E52-AE16-CF2FED8323FB}" type="presParOf" srcId="{E3CA9947-3636-4A92-99D4-6F0C2AD34E86}" destId="{D61FBCFF-25B6-4899-93E6-6E6A7C1AE50C}" srcOrd="1" destOrd="0" presId="urn:microsoft.com/office/officeart/2005/8/layout/process3"/>
    <dgm:cxn modelId="{AB871094-1127-4779-BB88-389458B2C86D}" type="presParOf" srcId="{E3CA9947-3636-4A92-99D4-6F0C2AD34E86}" destId="{4AE4E707-6198-4E26-A79E-1AC54664DEFA}" srcOrd="2" destOrd="0" presId="urn:microsoft.com/office/officeart/2005/8/layout/process3"/>
    <dgm:cxn modelId="{A08CF302-5438-4E55-81BE-31BF264A2EE2}" type="presParOf" srcId="{20AD1F24-8DD4-4695-9494-2B80D9F1016F}" destId="{C0D5DE63-F956-459F-8899-F385A24D44E8}" srcOrd="1" destOrd="0" presId="urn:microsoft.com/office/officeart/2005/8/layout/process3"/>
    <dgm:cxn modelId="{A0E67733-5B59-4DA6-9569-8068E713EE68}" type="presParOf" srcId="{C0D5DE63-F956-459F-8899-F385A24D44E8}" destId="{8CE0B380-5DC4-4F7A-8EDC-BDF2849A4BC7}" srcOrd="0" destOrd="0" presId="urn:microsoft.com/office/officeart/2005/8/layout/process3"/>
    <dgm:cxn modelId="{78744B70-F500-45D4-B88E-C2EF19813B24}" type="presParOf" srcId="{20AD1F24-8DD4-4695-9494-2B80D9F1016F}" destId="{497E9E3D-C8FE-4859-8ECD-C4FD56421D85}" srcOrd="2" destOrd="0" presId="urn:microsoft.com/office/officeart/2005/8/layout/process3"/>
    <dgm:cxn modelId="{D13448D6-C601-4E58-B3FF-7EF61DD6CDDA}" type="presParOf" srcId="{497E9E3D-C8FE-4859-8ECD-C4FD56421D85}" destId="{D41E4234-E27B-491F-812E-92516F1C0B8A}" srcOrd="0" destOrd="0" presId="urn:microsoft.com/office/officeart/2005/8/layout/process3"/>
    <dgm:cxn modelId="{9D6D7C23-D3BC-44E2-B88E-3E27DA0473EA}" type="presParOf" srcId="{497E9E3D-C8FE-4859-8ECD-C4FD56421D85}" destId="{B09497CD-1B48-4E7D-8ED6-6906C8CB788D}" srcOrd="1" destOrd="0" presId="urn:microsoft.com/office/officeart/2005/8/layout/process3"/>
    <dgm:cxn modelId="{DDE3ED30-F5B1-4843-AB28-FD2C60F1F66A}" type="presParOf" srcId="{497E9E3D-C8FE-4859-8ECD-C4FD56421D85}" destId="{B1335990-EB2B-4240-AEB5-160EEC162F90}" srcOrd="2" destOrd="0" presId="urn:microsoft.com/office/officeart/2005/8/layout/process3"/>
    <dgm:cxn modelId="{F2BD6CDE-9D3B-412D-881E-7942D90F227A}" type="presParOf" srcId="{20AD1F24-8DD4-4695-9494-2B80D9F1016F}" destId="{4EC3FF00-1755-4237-B92E-20ADD3CC2CCF}" srcOrd="3" destOrd="0" presId="urn:microsoft.com/office/officeart/2005/8/layout/process3"/>
    <dgm:cxn modelId="{F1C9C991-BBBD-40DE-94C8-7C7952045359}" type="presParOf" srcId="{4EC3FF00-1755-4237-B92E-20ADD3CC2CCF}" destId="{8D368C74-3CED-4784-AB1D-822375034488}" srcOrd="0" destOrd="0" presId="urn:microsoft.com/office/officeart/2005/8/layout/process3"/>
    <dgm:cxn modelId="{85310285-7989-4198-AE32-E97C11CC19A3}" type="presParOf" srcId="{20AD1F24-8DD4-4695-9494-2B80D9F1016F}" destId="{AA797D14-47DA-4B24-AB03-424DBC35E79E}" srcOrd="4" destOrd="0" presId="urn:microsoft.com/office/officeart/2005/8/layout/process3"/>
    <dgm:cxn modelId="{375A4E16-7FE5-45C5-A251-58C3EDD093C8}" type="presParOf" srcId="{AA797D14-47DA-4B24-AB03-424DBC35E79E}" destId="{061234D5-13F6-4422-9BDC-50B564E222F9}" srcOrd="0" destOrd="0" presId="urn:microsoft.com/office/officeart/2005/8/layout/process3"/>
    <dgm:cxn modelId="{9F40E9C3-1C3C-4EC7-96DF-E84655421A9F}" type="presParOf" srcId="{AA797D14-47DA-4B24-AB03-424DBC35E79E}" destId="{67EFC139-3E71-4D26-AA8F-71DA9FF9C68A}" srcOrd="1" destOrd="0" presId="urn:microsoft.com/office/officeart/2005/8/layout/process3"/>
    <dgm:cxn modelId="{D88E7597-8155-4898-80E6-D21A5A5EFA2B}" type="presParOf" srcId="{AA797D14-47DA-4B24-AB03-424DBC35E79E}" destId="{DEAB463C-DAF1-4EEA-A7DA-740A9501697C}" srcOrd="2" destOrd="0" presId="urn:microsoft.com/office/officeart/2005/8/layout/process3"/>
    <dgm:cxn modelId="{1A10D05D-82A4-4562-A5CD-E44EDE93FC98}" type="presParOf" srcId="{20AD1F24-8DD4-4695-9494-2B80D9F1016F}" destId="{8D9BCC77-D35E-452D-A546-F03BFEB5945C}" srcOrd="5" destOrd="0" presId="urn:microsoft.com/office/officeart/2005/8/layout/process3"/>
    <dgm:cxn modelId="{1933FA3B-BEAC-413F-97D2-86516F2C94E8}" type="presParOf" srcId="{8D9BCC77-D35E-452D-A546-F03BFEB5945C}" destId="{7157F2CE-B881-434F-95BC-F91F9814C142}" srcOrd="0" destOrd="0" presId="urn:microsoft.com/office/officeart/2005/8/layout/process3"/>
    <dgm:cxn modelId="{90375175-5F48-43E5-B4A0-7D0FED2E57E8}" type="presParOf" srcId="{20AD1F24-8DD4-4695-9494-2B80D9F1016F}" destId="{4C0D4EE0-8F78-471D-8F52-2DB9EAF22B61}" srcOrd="6" destOrd="0" presId="urn:microsoft.com/office/officeart/2005/8/layout/process3"/>
    <dgm:cxn modelId="{CF00B9AE-75C6-4965-8AE0-F4F92716704C}" type="presParOf" srcId="{4C0D4EE0-8F78-471D-8F52-2DB9EAF22B61}" destId="{6F960ED8-B962-428A-A12B-BDF18A9CFE82}" srcOrd="0" destOrd="0" presId="urn:microsoft.com/office/officeart/2005/8/layout/process3"/>
    <dgm:cxn modelId="{0BB95532-4389-41DB-BDDA-EDA3F372F661}" type="presParOf" srcId="{4C0D4EE0-8F78-471D-8F52-2DB9EAF22B61}" destId="{FFF492EC-2E03-4EB4-81D9-EFBD7F7999BB}" srcOrd="1" destOrd="0" presId="urn:microsoft.com/office/officeart/2005/8/layout/process3"/>
    <dgm:cxn modelId="{48294F4A-E7FC-48EE-9F2F-03E8ADBD9ED9}" type="presParOf" srcId="{4C0D4EE0-8F78-471D-8F52-2DB9EAF22B61}" destId="{B6F3CAAA-C60A-4437-B7FE-0AEE5D229E25}" srcOrd="2" destOrd="0" presId="urn:microsoft.com/office/officeart/2005/8/layout/process3"/>
    <dgm:cxn modelId="{202D25CA-79DA-40A7-90A3-7165A46BB733}" type="presParOf" srcId="{20AD1F24-8DD4-4695-9494-2B80D9F1016F}" destId="{FED10953-A343-49E4-B882-AD6CACBC154D}" srcOrd="7" destOrd="0" presId="urn:microsoft.com/office/officeart/2005/8/layout/process3"/>
    <dgm:cxn modelId="{835A9D10-1FC8-46CC-8AAD-BE844C352B71}" type="presParOf" srcId="{FED10953-A343-49E4-B882-AD6CACBC154D}" destId="{4BCBCE09-86A0-4713-9CD8-9EA5BDC2B24B}" srcOrd="0" destOrd="0" presId="urn:microsoft.com/office/officeart/2005/8/layout/process3"/>
    <dgm:cxn modelId="{3CF59B06-2827-4DAE-B14A-110CFEFA5CB9}" type="presParOf" srcId="{20AD1F24-8DD4-4695-9494-2B80D9F1016F}" destId="{5A570FAE-0A18-4C73-A666-821B790C72B6}" srcOrd="8" destOrd="0" presId="urn:microsoft.com/office/officeart/2005/8/layout/process3"/>
    <dgm:cxn modelId="{9B3DF0AF-C018-4444-9065-A1641186CFDB}" type="presParOf" srcId="{5A570FAE-0A18-4C73-A666-821B790C72B6}" destId="{266F7221-4979-4B67-B38B-4C828E64DC69}" srcOrd="0" destOrd="0" presId="urn:microsoft.com/office/officeart/2005/8/layout/process3"/>
    <dgm:cxn modelId="{C1564C80-37F9-47D6-9F8D-017F441CAC5A}" type="presParOf" srcId="{5A570FAE-0A18-4C73-A666-821B790C72B6}" destId="{EC8F43EC-AAB4-4794-ACC5-D1E5A4769CBB}" srcOrd="1" destOrd="0" presId="urn:microsoft.com/office/officeart/2005/8/layout/process3"/>
    <dgm:cxn modelId="{55D4853F-E849-4F06-AC0D-0D2DB6CD03CE}" type="presParOf" srcId="{5A570FAE-0A18-4C73-A666-821B790C72B6}" destId="{FE8B2B5D-AB3F-466A-BB07-6F2C4D88A829}" srcOrd="2" destOrd="0" presId="urn:microsoft.com/office/officeart/2005/8/layout/process3"/>
    <dgm:cxn modelId="{9C8A90CC-8D4A-40BF-90D4-31BED19A9E40}" type="presParOf" srcId="{20AD1F24-8DD4-4695-9494-2B80D9F1016F}" destId="{4B3607E6-978C-4320-8745-9D2BE5D519F2}" srcOrd="9" destOrd="0" presId="urn:microsoft.com/office/officeart/2005/8/layout/process3"/>
    <dgm:cxn modelId="{15869BBA-F5B6-48BF-93A3-0663A5E1A7D5}" type="presParOf" srcId="{4B3607E6-978C-4320-8745-9D2BE5D519F2}" destId="{EE8B4CDD-6547-4B39-A793-977FB3B936BE}" srcOrd="0" destOrd="0" presId="urn:microsoft.com/office/officeart/2005/8/layout/process3"/>
    <dgm:cxn modelId="{A423900F-4862-4E6D-94D1-ADECBFB1E862}" type="presParOf" srcId="{20AD1F24-8DD4-4695-9494-2B80D9F1016F}" destId="{1F26A889-36F7-44DB-B154-AEA63790B5C6}" srcOrd="10" destOrd="0" presId="urn:microsoft.com/office/officeart/2005/8/layout/process3"/>
    <dgm:cxn modelId="{717F23AF-0C43-49D0-90C2-EE3FE97EA8AC}" type="presParOf" srcId="{1F26A889-36F7-44DB-B154-AEA63790B5C6}" destId="{A270379D-F73B-46AF-8CC7-92726154BCCF}" srcOrd="0" destOrd="0" presId="urn:microsoft.com/office/officeart/2005/8/layout/process3"/>
    <dgm:cxn modelId="{FA0986F4-886F-43E6-9228-367468C83694}" type="presParOf" srcId="{1F26A889-36F7-44DB-B154-AEA63790B5C6}" destId="{8FD50F42-C66E-4032-B50A-3BC0487381BA}" srcOrd="1" destOrd="0" presId="urn:microsoft.com/office/officeart/2005/8/layout/process3"/>
    <dgm:cxn modelId="{7499AB68-53C9-48A0-AEF5-FA1F63C47EE7}" type="presParOf" srcId="{1F26A889-36F7-44DB-B154-AEA63790B5C6}" destId="{E4F911AE-0651-4ECF-8180-8786C1124747}" srcOrd="2" destOrd="0" presId="urn:microsoft.com/office/officeart/2005/8/layout/process3"/>
    <dgm:cxn modelId="{3FACE538-C10F-42A3-BAE9-F5B220BB7766}" type="presParOf" srcId="{20AD1F24-8DD4-4695-9494-2B80D9F1016F}" destId="{A264279D-5CE4-4A39-ABC5-C267CD988617}" srcOrd="11" destOrd="0" presId="urn:microsoft.com/office/officeart/2005/8/layout/process3"/>
    <dgm:cxn modelId="{0962F2CE-5491-41C0-BE83-B2AC034CF244}" type="presParOf" srcId="{A264279D-5CE4-4A39-ABC5-C267CD988617}" destId="{AB601456-A452-4E9F-933F-2EB342B4B6AE}" srcOrd="0" destOrd="0" presId="urn:microsoft.com/office/officeart/2005/8/layout/process3"/>
    <dgm:cxn modelId="{D221377E-7061-4312-AD5D-9B64A528C944}" type="presParOf" srcId="{20AD1F24-8DD4-4695-9494-2B80D9F1016F}" destId="{D62C4D13-B8FD-4225-AAFA-236F36348808}" srcOrd="12" destOrd="0" presId="urn:microsoft.com/office/officeart/2005/8/layout/process3"/>
    <dgm:cxn modelId="{249AA10C-CAE7-44FC-AED6-CAF2B0098F39}" type="presParOf" srcId="{D62C4D13-B8FD-4225-AAFA-236F36348808}" destId="{1D83EFF1-05FA-4BF9-B7FE-7CC7F8B73B89}" srcOrd="0" destOrd="0" presId="urn:microsoft.com/office/officeart/2005/8/layout/process3"/>
    <dgm:cxn modelId="{A78352D4-3A4C-4374-8E5B-705D4B6B9267}" type="presParOf" srcId="{D62C4D13-B8FD-4225-AAFA-236F36348808}" destId="{2A4915F8-E941-4EB0-BD00-655C6E486DA1}" srcOrd="1" destOrd="0" presId="urn:microsoft.com/office/officeart/2005/8/layout/process3"/>
    <dgm:cxn modelId="{03E170D4-AB53-463B-B05D-CC137BA07E39}" type="presParOf" srcId="{D62C4D13-B8FD-4225-AAFA-236F36348808}" destId="{233E8573-BD28-4C8B-A647-1DF3C27CE77A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B47A0F6-2FA9-4E38-92B1-C3E8A98B4554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F88669E7-B2DA-43C1-96F7-80C019362A2F}">
      <dgm:prSet phldrT="[Texto]" phldr="0"/>
      <dgm:spPr/>
      <dgm:t>
        <a:bodyPr/>
        <a:lstStyle/>
        <a:p>
          <a:endParaRPr lang="pt-BR" dirty="0"/>
        </a:p>
      </dgm:t>
    </dgm:pt>
    <dgm:pt modelId="{A754D644-063D-4236-A725-7A09329FA73A}" type="parTrans" cxnId="{AD3264AD-E826-4C32-96F8-7F5981ABD94D}">
      <dgm:prSet/>
      <dgm:spPr/>
      <dgm:t>
        <a:bodyPr/>
        <a:lstStyle/>
        <a:p>
          <a:endParaRPr lang="pt-BR"/>
        </a:p>
      </dgm:t>
    </dgm:pt>
    <dgm:pt modelId="{F9BEED6F-4010-416F-8FA6-7E2449FAE764}" type="sibTrans" cxnId="{AD3264AD-E826-4C32-96F8-7F5981ABD94D}">
      <dgm:prSet/>
      <dgm:spPr/>
      <dgm:t>
        <a:bodyPr/>
        <a:lstStyle/>
        <a:p>
          <a:endParaRPr lang="pt-BR"/>
        </a:p>
      </dgm:t>
    </dgm:pt>
    <dgm:pt modelId="{8FD80590-C7F5-4A74-8527-68E46442DBA6}">
      <dgm:prSet phldrT="[Texto]" phldr="0"/>
      <dgm:spPr/>
      <dgm:t>
        <a:bodyPr/>
        <a:lstStyle/>
        <a:p>
          <a:r>
            <a:rPr lang="pt-BR" dirty="0"/>
            <a:t>Balanceamento de Classes (</a:t>
          </a:r>
          <a:r>
            <a:rPr lang="pt-BR" dirty="0" err="1"/>
            <a:t>Classification</a:t>
          </a:r>
          <a:r>
            <a:rPr lang="pt-BR" dirty="0"/>
            <a:t>). </a:t>
          </a:r>
          <a:r>
            <a:rPr lang="pt-BR" dirty="0" err="1"/>
            <a:t>Ex</a:t>
          </a:r>
          <a:r>
            <a:rPr lang="pt-BR" dirty="0"/>
            <a:t>: </a:t>
          </a:r>
          <a:r>
            <a:rPr lang="pt-BR" b="0" i="0" dirty="0"/>
            <a:t>SMOTE</a:t>
          </a:r>
          <a:endParaRPr lang="pt-BR" dirty="0"/>
        </a:p>
      </dgm:t>
    </dgm:pt>
    <dgm:pt modelId="{598C9AFE-A681-46D2-B201-ADA7AAA6C7E5}" type="parTrans" cxnId="{FCEEDF47-21EC-4B81-BFAF-BCA7498E9558}">
      <dgm:prSet/>
      <dgm:spPr/>
      <dgm:t>
        <a:bodyPr/>
        <a:lstStyle/>
        <a:p>
          <a:endParaRPr lang="pt-BR"/>
        </a:p>
      </dgm:t>
    </dgm:pt>
    <dgm:pt modelId="{E667067B-90E1-436A-A841-F2835B0E74E0}" type="sibTrans" cxnId="{FCEEDF47-21EC-4B81-BFAF-BCA7498E9558}">
      <dgm:prSet/>
      <dgm:spPr/>
      <dgm:t>
        <a:bodyPr/>
        <a:lstStyle/>
        <a:p>
          <a:endParaRPr lang="pt-BR"/>
        </a:p>
      </dgm:t>
    </dgm:pt>
    <dgm:pt modelId="{1EA4C1D9-FCE4-495F-B2EF-CDACE3F4BA9B}">
      <dgm:prSet phldrT="[Texto]" phldr="0"/>
      <dgm:spPr/>
      <dgm:t>
        <a:bodyPr/>
        <a:lstStyle/>
        <a:p>
          <a:r>
            <a:rPr lang="pt-BR" dirty="0"/>
            <a:t>Avaliar efeito de maior período da janela das métricas (Features).</a:t>
          </a:r>
          <a:endParaRPr lang="pt-BR" b="0" dirty="0"/>
        </a:p>
      </dgm:t>
    </dgm:pt>
    <dgm:pt modelId="{39FF6ABC-35B0-49C9-A76C-633D3867EC8A}" type="parTrans" cxnId="{AFAEA735-FC10-4FFD-93C1-2F186FE8E37A}">
      <dgm:prSet/>
      <dgm:spPr/>
      <dgm:t>
        <a:bodyPr/>
        <a:lstStyle/>
        <a:p>
          <a:endParaRPr lang="pt-BR"/>
        </a:p>
      </dgm:t>
    </dgm:pt>
    <dgm:pt modelId="{6E491550-9C97-4A4B-8A31-3B95760C8D42}" type="sibTrans" cxnId="{AFAEA735-FC10-4FFD-93C1-2F186FE8E37A}">
      <dgm:prSet/>
      <dgm:spPr/>
      <dgm:t>
        <a:bodyPr/>
        <a:lstStyle/>
        <a:p>
          <a:endParaRPr lang="pt-BR"/>
        </a:p>
      </dgm:t>
    </dgm:pt>
    <dgm:pt modelId="{380FA72A-CE5E-4EB9-AB78-3B8058B6E10D}">
      <dgm:prSet phldrT="[Texto]" phldr="0"/>
      <dgm:spPr/>
      <dgm:t>
        <a:bodyPr/>
        <a:lstStyle/>
        <a:p>
          <a:r>
            <a:rPr lang="pt-BR" dirty="0"/>
            <a:t>Utilizar a predição de RUL na Classificação. Ou, usar a predição de Classificação na predição de RUL</a:t>
          </a:r>
        </a:p>
      </dgm:t>
    </dgm:pt>
    <dgm:pt modelId="{7D87C63D-4781-4451-8E17-A3EB2976DE31}" type="parTrans" cxnId="{43463CF1-E9FC-464B-88D0-3A4D039A4825}">
      <dgm:prSet/>
      <dgm:spPr/>
      <dgm:t>
        <a:bodyPr/>
        <a:lstStyle/>
        <a:p>
          <a:endParaRPr lang="pt-BR"/>
        </a:p>
      </dgm:t>
    </dgm:pt>
    <dgm:pt modelId="{394271DA-C6FC-4513-868E-5585A5BAF07D}" type="sibTrans" cxnId="{43463CF1-E9FC-464B-88D0-3A4D039A4825}">
      <dgm:prSet/>
      <dgm:spPr/>
      <dgm:t>
        <a:bodyPr/>
        <a:lstStyle/>
        <a:p>
          <a:endParaRPr lang="pt-BR"/>
        </a:p>
      </dgm:t>
    </dgm:pt>
    <dgm:pt modelId="{4FFEFBD0-DA44-4820-BAC3-0FD599CDFD81}">
      <dgm:prSet phldrT="[Texto]" phldr="0"/>
      <dgm:spPr/>
      <dgm:t>
        <a:bodyPr/>
        <a:lstStyle/>
        <a:p>
          <a:r>
            <a:rPr lang="pt-BR" b="1" i="0" dirty="0"/>
            <a:t>SMOTE</a:t>
          </a:r>
          <a:endParaRPr lang="pt-BR" dirty="0"/>
        </a:p>
        <a:p>
          <a:r>
            <a:rPr lang="pt-BR" dirty="0">
              <a:hlinkClick xmlns:r="http://schemas.openxmlformats.org/officeDocument/2006/relationships" r:id="rId1"/>
            </a:rPr>
            <a:t>https://imbalanced-learn.org/stable/references/generated/imblearn.over_sampling.SMOTE.html</a:t>
          </a:r>
          <a:endParaRPr lang="pt-BR" dirty="0"/>
        </a:p>
      </dgm:t>
    </dgm:pt>
    <dgm:pt modelId="{B920231F-0EAF-403E-B46C-56E3AA7565C1}" type="parTrans" cxnId="{6F9589CB-7EB3-4964-8040-2D76F9512A48}">
      <dgm:prSet/>
      <dgm:spPr/>
      <dgm:t>
        <a:bodyPr/>
        <a:lstStyle/>
        <a:p>
          <a:endParaRPr lang="pt-BR"/>
        </a:p>
      </dgm:t>
    </dgm:pt>
    <dgm:pt modelId="{E45A2274-F101-424E-B38C-3968A8A2B4CD}" type="sibTrans" cxnId="{6F9589CB-7EB3-4964-8040-2D76F9512A48}">
      <dgm:prSet/>
      <dgm:spPr/>
      <dgm:t>
        <a:bodyPr/>
        <a:lstStyle/>
        <a:p>
          <a:endParaRPr lang="pt-BR"/>
        </a:p>
      </dgm:t>
    </dgm:pt>
    <dgm:pt modelId="{58B23303-A2CE-4C9E-B45F-87E1BAD3CB34}">
      <dgm:prSet phldrT="[Texto]" phldr="0"/>
      <dgm:spPr/>
      <dgm:t>
        <a:bodyPr/>
        <a:lstStyle/>
        <a:p>
          <a:r>
            <a:rPr lang="pt-BR" b="0"/>
            <a:t>Exemplo: usar 10 ciclos para construir as métricas Média, Máximo, Mínimo e Desvio Padrão.</a:t>
          </a:r>
          <a:endParaRPr lang="pt-BR" b="0" dirty="0"/>
        </a:p>
      </dgm:t>
    </dgm:pt>
    <dgm:pt modelId="{3F5FD50D-418D-4752-BCFE-19C304F962A0}" type="parTrans" cxnId="{44753DA6-48BF-4232-A7C3-E8A9E12B44A6}">
      <dgm:prSet/>
      <dgm:spPr/>
      <dgm:t>
        <a:bodyPr/>
        <a:lstStyle/>
        <a:p>
          <a:endParaRPr lang="pt-BR"/>
        </a:p>
      </dgm:t>
    </dgm:pt>
    <dgm:pt modelId="{63514919-1768-4580-A96F-891DF11CF42A}" type="sibTrans" cxnId="{44753DA6-48BF-4232-A7C3-E8A9E12B44A6}">
      <dgm:prSet/>
      <dgm:spPr/>
      <dgm:t>
        <a:bodyPr/>
        <a:lstStyle/>
        <a:p>
          <a:endParaRPr lang="pt-BR"/>
        </a:p>
      </dgm:t>
    </dgm:pt>
    <dgm:pt modelId="{8C7CFB70-500A-4874-859C-8CE7662BB875}">
      <dgm:prSet phldrT="[Texto]" phldr="0"/>
      <dgm:spPr/>
      <dgm:t>
        <a:bodyPr/>
        <a:lstStyle/>
        <a:p>
          <a:r>
            <a:rPr lang="pt-BR" dirty="0"/>
            <a:t>Usar os modelos em cadeia.</a:t>
          </a:r>
        </a:p>
      </dgm:t>
    </dgm:pt>
    <dgm:pt modelId="{08ADF842-45AC-4F2D-B868-458753455CA0}" type="parTrans" cxnId="{CB5D9BBE-E09C-4428-BBA6-161D11FC0D1C}">
      <dgm:prSet/>
      <dgm:spPr/>
      <dgm:t>
        <a:bodyPr/>
        <a:lstStyle/>
        <a:p>
          <a:endParaRPr lang="pt-BR"/>
        </a:p>
      </dgm:t>
    </dgm:pt>
    <dgm:pt modelId="{CEE87026-8BF3-436F-BEDA-5B5F3391BBCF}" type="sibTrans" cxnId="{CB5D9BBE-E09C-4428-BBA6-161D11FC0D1C}">
      <dgm:prSet/>
      <dgm:spPr/>
      <dgm:t>
        <a:bodyPr/>
        <a:lstStyle/>
        <a:p>
          <a:endParaRPr lang="pt-BR"/>
        </a:p>
      </dgm:t>
    </dgm:pt>
    <dgm:pt modelId="{79C58CD1-7250-4B23-84BE-58728D5DCBA7}" type="pres">
      <dgm:prSet presAssocID="{2B47A0F6-2FA9-4E38-92B1-C3E8A98B4554}" presName="vert0" presStyleCnt="0">
        <dgm:presLayoutVars>
          <dgm:dir/>
          <dgm:animOne val="branch"/>
          <dgm:animLvl val="lvl"/>
        </dgm:presLayoutVars>
      </dgm:prSet>
      <dgm:spPr/>
    </dgm:pt>
    <dgm:pt modelId="{3F3DB835-D83C-46F0-A0FE-8678B5162E69}" type="pres">
      <dgm:prSet presAssocID="{F88669E7-B2DA-43C1-96F7-80C019362A2F}" presName="thickLine" presStyleLbl="alignNode1" presStyleIdx="0" presStyleCnt="1"/>
      <dgm:spPr/>
    </dgm:pt>
    <dgm:pt modelId="{03E717AE-6428-475A-BD44-13336F0EB902}" type="pres">
      <dgm:prSet presAssocID="{F88669E7-B2DA-43C1-96F7-80C019362A2F}" presName="horz1" presStyleCnt="0"/>
      <dgm:spPr/>
    </dgm:pt>
    <dgm:pt modelId="{BF2EAB99-B567-4A28-99AC-3C590E2D1025}" type="pres">
      <dgm:prSet presAssocID="{F88669E7-B2DA-43C1-96F7-80C019362A2F}" presName="tx1" presStyleLbl="revTx" presStyleIdx="0" presStyleCnt="7"/>
      <dgm:spPr/>
    </dgm:pt>
    <dgm:pt modelId="{9F8BF901-1E74-425C-9566-0E97F4ED3F55}" type="pres">
      <dgm:prSet presAssocID="{F88669E7-B2DA-43C1-96F7-80C019362A2F}" presName="vert1" presStyleCnt="0"/>
      <dgm:spPr/>
    </dgm:pt>
    <dgm:pt modelId="{F11056D6-1173-4F12-BD37-CBF09C4B205F}" type="pres">
      <dgm:prSet presAssocID="{8FD80590-C7F5-4A74-8527-68E46442DBA6}" presName="vertSpace2a" presStyleCnt="0"/>
      <dgm:spPr/>
    </dgm:pt>
    <dgm:pt modelId="{59B6652F-3A4D-44C7-ACDB-1CC30D1ACC6F}" type="pres">
      <dgm:prSet presAssocID="{8FD80590-C7F5-4A74-8527-68E46442DBA6}" presName="horz2" presStyleCnt="0"/>
      <dgm:spPr/>
    </dgm:pt>
    <dgm:pt modelId="{3967E957-30E0-46FF-A80A-9B575F7D71BA}" type="pres">
      <dgm:prSet presAssocID="{8FD80590-C7F5-4A74-8527-68E46442DBA6}" presName="horzSpace2" presStyleCnt="0"/>
      <dgm:spPr/>
    </dgm:pt>
    <dgm:pt modelId="{369B4105-D366-4D35-9F94-ACC9A0DFC354}" type="pres">
      <dgm:prSet presAssocID="{8FD80590-C7F5-4A74-8527-68E46442DBA6}" presName="tx2" presStyleLbl="revTx" presStyleIdx="1" presStyleCnt="7"/>
      <dgm:spPr/>
    </dgm:pt>
    <dgm:pt modelId="{FF92AC22-93CF-4574-92E4-095C0763385A}" type="pres">
      <dgm:prSet presAssocID="{8FD80590-C7F5-4A74-8527-68E46442DBA6}" presName="vert2" presStyleCnt="0"/>
      <dgm:spPr/>
    </dgm:pt>
    <dgm:pt modelId="{EBFB311D-2956-4543-B497-07A19D20933B}" type="pres">
      <dgm:prSet presAssocID="{4FFEFBD0-DA44-4820-BAC3-0FD599CDFD81}" presName="horz3" presStyleCnt="0"/>
      <dgm:spPr/>
    </dgm:pt>
    <dgm:pt modelId="{F48553B4-FCC6-4DEA-A730-8AFEB7FAB3A0}" type="pres">
      <dgm:prSet presAssocID="{4FFEFBD0-DA44-4820-BAC3-0FD599CDFD81}" presName="horzSpace3" presStyleCnt="0"/>
      <dgm:spPr/>
    </dgm:pt>
    <dgm:pt modelId="{CB83673F-1DFB-48D7-81B4-3DB80EC4AD16}" type="pres">
      <dgm:prSet presAssocID="{4FFEFBD0-DA44-4820-BAC3-0FD599CDFD81}" presName="tx3" presStyleLbl="revTx" presStyleIdx="2" presStyleCnt="7"/>
      <dgm:spPr/>
    </dgm:pt>
    <dgm:pt modelId="{78414064-C041-426F-8FC9-8BDD671A5A3D}" type="pres">
      <dgm:prSet presAssocID="{4FFEFBD0-DA44-4820-BAC3-0FD599CDFD81}" presName="vert3" presStyleCnt="0"/>
      <dgm:spPr/>
    </dgm:pt>
    <dgm:pt modelId="{427DBE3D-EC07-487F-BEA1-08E593943B3B}" type="pres">
      <dgm:prSet presAssocID="{8FD80590-C7F5-4A74-8527-68E46442DBA6}" presName="thinLine2b" presStyleLbl="callout" presStyleIdx="0" presStyleCnt="3"/>
      <dgm:spPr/>
    </dgm:pt>
    <dgm:pt modelId="{7756514A-571B-40E8-9BE3-25A7DB17B776}" type="pres">
      <dgm:prSet presAssocID="{8FD80590-C7F5-4A74-8527-68E46442DBA6}" presName="vertSpace2b" presStyleCnt="0"/>
      <dgm:spPr/>
    </dgm:pt>
    <dgm:pt modelId="{53E12393-2BA7-4127-AB4B-1FB1ECC2F21E}" type="pres">
      <dgm:prSet presAssocID="{1EA4C1D9-FCE4-495F-B2EF-CDACE3F4BA9B}" presName="horz2" presStyleCnt="0"/>
      <dgm:spPr/>
    </dgm:pt>
    <dgm:pt modelId="{757A12FA-6D70-4B51-9648-5330D258CB2D}" type="pres">
      <dgm:prSet presAssocID="{1EA4C1D9-FCE4-495F-B2EF-CDACE3F4BA9B}" presName="horzSpace2" presStyleCnt="0"/>
      <dgm:spPr/>
    </dgm:pt>
    <dgm:pt modelId="{A5F3EBC6-324B-4A26-A5E2-3F33A6F46762}" type="pres">
      <dgm:prSet presAssocID="{1EA4C1D9-FCE4-495F-B2EF-CDACE3F4BA9B}" presName="tx2" presStyleLbl="revTx" presStyleIdx="3" presStyleCnt="7"/>
      <dgm:spPr/>
    </dgm:pt>
    <dgm:pt modelId="{0694889A-5E47-44DA-B3EE-F88293584B65}" type="pres">
      <dgm:prSet presAssocID="{1EA4C1D9-FCE4-495F-B2EF-CDACE3F4BA9B}" presName="vert2" presStyleCnt="0"/>
      <dgm:spPr/>
    </dgm:pt>
    <dgm:pt modelId="{0EAB1E69-09E3-4C97-83A9-1493801AC81F}" type="pres">
      <dgm:prSet presAssocID="{58B23303-A2CE-4C9E-B45F-87E1BAD3CB34}" presName="horz3" presStyleCnt="0"/>
      <dgm:spPr/>
    </dgm:pt>
    <dgm:pt modelId="{6AA665B5-82F5-4AAB-846B-08FF2049C1EB}" type="pres">
      <dgm:prSet presAssocID="{58B23303-A2CE-4C9E-B45F-87E1BAD3CB34}" presName="horzSpace3" presStyleCnt="0"/>
      <dgm:spPr/>
    </dgm:pt>
    <dgm:pt modelId="{DAA74E96-31A6-4490-9064-AB27C44E95F9}" type="pres">
      <dgm:prSet presAssocID="{58B23303-A2CE-4C9E-B45F-87E1BAD3CB34}" presName="tx3" presStyleLbl="revTx" presStyleIdx="4" presStyleCnt="7"/>
      <dgm:spPr/>
    </dgm:pt>
    <dgm:pt modelId="{19520962-1E97-4BD0-A768-C8A5B9625328}" type="pres">
      <dgm:prSet presAssocID="{58B23303-A2CE-4C9E-B45F-87E1BAD3CB34}" presName="vert3" presStyleCnt="0"/>
      <dgm:spPr/>
    </dgm:pt>
    <dgm:pt modelId="{CA427285-019A-471E-B1B3-723ECBF1E5B0}" type="pres">
      <dgm:prSet presAssocID="{1EA4C1D9-FCE4-495F-B2EF-CDACE3F4BA9B}" presName="thinLine2b" presStyleLbl="callout" presStyleIdx="1" presStyleCnt="3"/>
      <dgm:spPr/>
    </dgm:pt>
    <dgm:pt modelId="{147F88FE-2133-459A-8A75-F7367F1AADAC}" type="pres">
      <dgm:prSet presAssocID="{1EA4C1D9-FCE4-495F-B2EF-CDACE3F4BA9B}" presName="vertSpace2b" presStyleCnt="0"/>
      <dgm:spPr/>
    </dgm:pt>
    <dgm:pt modelId="{0EF4E7CC-9102-484E-924E-06ECE1CDA8F7}" type="pres">
      <dgm:prSet presAssocID="{380FA72A-CE5E-4EB9-AB78-3B8058B6E10D}" presName="horz2" presStyleCnt="0"/>
      <dgm:spPr/>
    </dgm:pt>
    <dgm:pt modelId="{CF0E0724-B2B6-4B4D-97FE-339C7B622870}" type="pres">
      <dgm:prSet presAssocID="{380FA72A-CE5E-4EB9-AB78-3B8058B6E10D}" presName="horzSpace2" presStyleCnt="0"/>
      <dgm:spPr/>
    </dgm:pt>
    <dgm:pt modelId="{AA1BFEBE-EE3F-4BB6-897F-6CE57540A494}" type="pres">
      <dgm:prSet presAssocID="{380FA72A-CE5E-4EB9-AB78-3B8058B6E10D}" presName="tx2" presStyleLbl="revTx" presStyleIdx="5" presStyleCnt="7"/>
      <dgm:spPr/>
    </dgm:pt>
    <dgm:pt modelId="{B11AF4AC-9203-43AF-BD9F-6548B6344B16}" type="pres">
      <dgm:prSet presAssocID="{380FA72A-CE5E-4EB9-AB78-3B8058B6E10D}" presName="vert2" presStyleCnt="0"/>
      <dgm:spPr/>
    </dgm:pt>
    <dgm:pt modelId="{12191EAF-D6C8-42BE-9F74-3CB4455727E5}" type="pres">
      <dgm:prSet presAssocID="{8C7CFB70-500A-4874-859C-8CE7662BB875}" presName="horz3" presStyleCnt="0"/>
      <dgm:spPr/>
    </dgm:pt>
    <dgm:pt modelId="{3B9CDCD5-ACAC-48AB-A8C0-55C10B86C397}" type="pres">
      <dgm:prSet presAssocID="{8C7CFB70-500A-4874-859C-8CE7662BB875}" presName="horzSpace3" presStyleCnt="0"/>
      <dgm:spPr/>
    </dgm:pt>
    <dgm:pt modelId="{82E4EB83-DBEE-4499-B3EA-5992375B3151}" type="pres">
      <dgm:prSet presAssocID="{8C7CFB70-500A-4874-859C-8CE7662BB875}" presName="tx3" presStyleLbl="revTx" presStyleIdx="6" presStyleCnt="7"/>
      <dgm:spPr/>
    </dgm:pt>
    <dgm:pt modelId="{9BF09CC5-B875-4BD5-B4AF-73F2DE518E75}" type="pres">
      <dgm:prSet presAssocID="{8C7CFB70-500A-4874-859C-8CE7662BB875}" presName="vert3" presStyleCnt="0"/>
      <dgm:spPr/>
    </dgm:pt>
    <dgm:pt modelId="{523F9227-928A-4DDF-B36A-C1C5755590BD}" type="pres">
      <dgm:prSet presAssocID="{380FA72A-CE5E-4EB9-AB78-3B8058B6E10D}" presName="thinLine2b" presStyleLbl="callout" presStyleIdx="2" presStyleCnt="3"/>
      <dgm:spPr/>
    </dgm:pt>
    <dgm:pt modelId="{44AE5FAF-3182-40F3-AD3F-F21A6E8E94E4}" type="pres">
      <dgm:prSet presAssocID="{380FA72A-CE5E-4EB9-AB78-3B8058B6E10D}" presName="vertSpace2b" presStyleCnt="0"/>
      <dgm:spPr/>
    </dgm:pt>
  </dgm:ptLst>
  <dgm:cxnLst>
    <dgm:cxn modelId="{834C8E02-D152-42CE-9B23-7512EB56C7A1}" type="presOf" srcId="{F88669E7-B2DA-43C1-96F7-80C019362A2F}" destId="{BF2EAB99-B567-4A28-99AC-3C590E2D1025}" srcOrd="0" destOrd="0" presId="urn:microsoft.com/office/officeart/2008/layout/LinedList"/>
    <dgm:cxn modelId="{0C93DD0B-A8E2-449D-A679-64541CBEF3A2}" type="presOf" srcId="{8FD80590-C7F5-4A74-8527-68E46442DBA6}" destId="{369B4105-D366-4D35-9F94-ACC9A0DFC354}" srcOrd="0" destOrd="0" presId="urn:microsoft.com/office/officeart/2008/layout/LinedList"/>
    <dgm:cxn modelId="{90CCA033-07C1-4E6A-994B-A692CE283268}" type="presOf" srcId="{1EA4C1D9-FCE4-495F-B2EF-CDACE3F4BA9B}" destId="{A5F3EBC6-324B-4A26-A5E2-3F33A6F46762}" srcOrd="0" destOrd="0" presId="urn:microsoft.com/office/officeart/2008/layout/LinedList"/>
    <dgm:cxn modelId="{AFAEA735-FC10-4FFD-93C1-2F186FE8E37A}" srcId="{F88669E7-B2DA-43C1-96F7-80C019362A2F}" destId="{1EA4C1D9-FCE4-495F-B2EF-CDACE3F4BA9B}" srcOrd="1" destOrd="0" parTransId="{39FF6ABC-35B0-49C9-A76C-633D3867EC8A}" sibTransId="{6E491550-9C97-4A4B-8A31-3B95760C8D42}"/>
    <dgm:cxn modelId="{FCEEDF47-21EC-4B81-BFAF-BCA7498E9558}" srcId="{F88669E7-B2DA-43C1-96F7-80C019362A2F}" destId="{8FD80590-C7F5-4A74-8527-68E46442DBA6}" srcOrd="0" destOrd="0" parTransId="{598C9AFE-A681-46D2-B201-ADA7AAA6C7E5}" sibTransId="{E667067B-90E1-436A-A841-F2835B0E74E0}"/>
    <dgm:cxn modelId="{83B7B476-2350-41B9-8C8A-1D08D29326D2}" type="presOf" srcId="{58B23303-A2CE-4C9E-B45F-87E1BAD3CB34}" destId="{DAA74E96-31A6-4490-9064-AB27C44E95F9}" srcOrd="0" destOrd="0" presId="urn:microsoft.com/office/officeart/2008/layout/LinedList"/>
    <dgm:cxn modelId="{93198995-7224-4E1C-8E4F-26E51AE3A20F}" type="presOf" srcId="{8C7CFB70-500A-4874-859C-8CE7662BB875}" destId="{82E4EB83-DBEE-4499-B3EA-5992375B3151}" srcOrd="0" destOrd="0" presId="urn:microsoft.com/office/officeart/2008/layout/LinedList"/>
    <dgm:cxn modelId="{44753DA6-48BF-4232-A7C3-E8A9E12B44A6}" srcId="{1EA4C1D9-FCE4-495F-B2EF-CDACE3F4BA9B}" destId="{58B23303-A2CE-4C9E-B45F-87E1BAD3CB34}" srcOrd="0" destOrd="0" parTransId="{3F5FD50D-418D-4752-BCFE-19C304F962A0}" sibTransId="{63514919-1768-4580-A96F-891DF11CF42A}"/>
    <dgm:cxn modelId="{AD3264AD-E826-4C32-96F8-7F5981ABD94D}" srcId="{2B47A0F6-2FA9-4E38-92B1-C3E8A98B4554}" destId="{F88669E7-B2DA-43C1-96F7-80C019362A2F}" srcOrd="0" destOrd="0" parTransId="{A754D644-063D-4236-A725-7A09329FA73A}" sibTransId="{F9BEED6F-4010-416F-8FA6-7E2449FAE764}"/>
    <dgm:cxn modelId="{CB5D9BBE-E09C-4428-BBA6-161D11FC0D1C}" srcId="{380FA72A-CE5E-4EB9-AB78-3B8058B6E10D}" destId="{8C7CFB70-500A-4874-859C-8CE7662BB875}" srcOrd="0" destOrd="0" parTransId="{08ADF842-45AC-4F2D-B868-458753455CA0}" sibTransId="{CEE87026-8BF3-436F-BEDA-5B5F3391BBCF}"/>
    <dgm:cxn modelId="{6F9589CB-7EB3-4964-8040-2D76F9512A48}" srcId="{8FD80590-C7F5-4A74-8527-68E46442DBA6}" destId="{4FFEFBD0-DA44-4820-BAC3-0FD599CDFD81}" srcOrd="0" destOrd="0" parTransId="{B920231F-0EAF-403E-B46C-56E3AA7565C1}" sibTransId="{E45A2274-F101-424E-B38C-3968A8A2B4CD}"/>
    <dgm:cxn modelId="{F5C9F8D2-D185-44DC-9FF4-F38DC8FF7A4A}" type="presOf" srcId="{4FFEFBD0-DA44-4820-BAC3-0FD599CDFD81}" destId="{CB83673F-1DFB-48D7-81B4-3DB80EC4AD16}" srcOrd="0" destOrd="0" presId="urn:microsoft.com/office/officeart/2008/layout/LinedList"/>
    <dgm:cxn modelId="{293E3CE6-BD72-411C-8564-D9E0758C91F0}" type="presOf" srcId="{380FA72A-CE5E-4EB9-AB78-3B8058B6E10D}" destId="{AA1BFEBE-EE3F-4BB6-897F-6CE57540A494}" srcOrd="0" destOrd="0" presId="urn:microsoft.com/office/officeart/2008/layout/LinedList"/>
    <dgm:cxn modelId="{43463CF1-E9FC-464B-88D0-3A4D039A4825}" srcId="{F88669E7-B2DA-43C1-96F7-80C019362A2F}" destId="{380FA72A-CE5E-4EB9-AB78-3B8058B6E10D}" srcOrd="2" destOrd="0" parTransId="{7D87C63D-4781-4451-8E17-A3EB2976DE31}" sibTransId="{394271DA-C6FC-4513-868E-5585A5BAF07D}"/>
    <dgm:cxn modelId="{CF8CB0F3-8981-410A-A2DF-23D6C5012303}" type="presOf" srcId="{2B47A0F6-2FA9-4E38-92B1-C3E8A98B4554}" destId="{79C58CD1-7250-4B23-84BE-58728D5DCBA7}" srcOrd="0" destOrd="0" presId="urn:microsoft.com/office/officeart/2008/layout/LinedList"/>
    <dgm:cxn modelId="{29ADD67C-1974-4647-94D4-0810B590AD9A}" type="presParOf" srcId="{79C58CD1-7250-4B23-84BE-58728D5DCBA7}" destId="{3F3DB835-D83C-46F0-A0FE-8678B5162E69}" srcOrd="0" destOrd="0" presId="urn:microsoft.com/office/officeart/2008/layout/LinedList"/>
    <dgm:cxn modelId="{692C49F4-14BA-4746-9E97-A275A2857485}" type="presParOf" srcId="{79C58CD1-7250-4B23-84BE-58728D5DCBA7}" destId="{03E717AE-6428-475A-BD44-13336F0EB902}" srcOrd="1" destOrd="0" presId="urn:microsoft.com/office/officeart/2008/layout/LinedList"/>
    <dgm:cxn modelId="{3ACF2796-4727-4FA1-AB12-6F996484A069}" type="presParOf" srcId="{03E717AE-6428-475A-BD44-13336F0EB902}" destId="{BF2EAB99-B567-4A28-99AC-3C590E2D1025}" srcOrd="0" destOrd="0" presId="urn:microsoft.com/office/officeart/2008/layout/LinedList"/>
    <dgm:cxn modelId="{F169DD65-219F-4EB5-94A4-1AF7A15AC907}" type="presParOf" srcId="{03E717AE-6428-475A-BD44-13336F0EB902}" destId="{9F8BF901-1E74-425C-9566-0E97F4ED3F55}" srcOrd="1" destOrd="0" presId="urn:microsoft.com/office/officeart/2008/layout/LinedList"/>
    <dgm:cxn modelId="{8137F54E-96C7-4A78-91D0-100CD1F3AA4C}" type="presParOf" srcId="{9F8BF901-1E74-425C-9566-0E97F4ED3F55}" destId="{F11056D6-1173-4F12-BD37-CBF09C4B205F}" srcOrd="0" destOrd="0" presId="urn:microsoft.com/office/officeart/2008/layout/LinedList"/>
    <dgm:cxn modelId="{026E43CB-6C28-47C0-94F3-8FD6D3B56A48}" type="presParOf" srcId="{9F8BF901-1E74-425C-9566-0E97F4ED3F55}" destId="{59B6652F-3A4D-44C7-ACDB-1CC30D1ACC6F}" srcOrd="1" destOrd="0" presId="urn:microsoft.com/office/officeart/2008/layout/LinedList"/>
    <dgm:cxn modelId="{A1757E68-A852-40B2-9C5A-0E8E47CE278E}" type="presParOf" srcId="{59B6652F-3A4D-44C7-ACDB-1CC30D1ACC6F}" destId="{3967E957-30E0-46FF-A80A-9B575F7D71BA}" srcOrd="0" destOrd="0" presId="urn:microsoft.com/office/officeart/2008/layout/LinedList"/>
    <dgm:cxn modelId="{2ED88608-AFCA-48DC-B968-57FCBAEF519F}" type="presParOf" srcId="{59B6652F-3A4D-44C7-ACDB-1CC30D1ACC6F}" destId="{369B4105-D366-4D35-9F94-ACC9A0DFC354}" srcOrd="1" destOrd="0" presId="urn:microsoft.com/office/officeart/2008/layout/LinedList"/>
    <dgm:cxn modelId="{2B34C321-0406-4B84-98CD-FE33E424A16F}" type="presParOf" srcId="{59B6652F-3A4D-44C7-ACDB-1CC30D1ACC6F}" destId="{FF92AC22-93CF-4574-92E4-095C0763385A}" srcOrd="2" destOrd="0" presId="urn:microsoft.com/office/officeart/2008/layout/LinedList"/>
    <dgm:cxn modelId="{4507CFB3-885F-40C1-9527-6E1C9B7072C9}" type="presParOf" srcId="{FF92AC22-93CF-4574-92E4-095C0763385A}" destId="{EBFB311D-2956-4543-B497-07A19D20933B}" srcOrd="0" destOrd="0" presId="urn:microsoft.com/office/officeart/2008/layout/LinedList"/>
    <dgm:cxn modelId="{BB91A4C5-76C5-4BAA-BD29-4B356734E65E}" type="presParOf" srcId="{EBFB311D-2956-4543-B497-07A19D20933B}" destId="{F48553B4-FCC6-4DEA-A730-8AFEB7FAB3A0}" srcOrd="0" destOrd="0" presId="urn:microsoft.com/office/officeart/2008/layout/LinedList"/>
    <dgm:cxn modelId="{11C49A36-4586-4259-A943-CDE8FB99F63F}" type="presParOf" srcId="{EBFB311D-2956-4543-B497-07A19D20933B}" destId="{CB83673F-1DFB-48D7-81B4-3DB80EC4AD16}" srcOrd="1" destOrd="0" presId="urn:microsoft.com/office/officeart/2008/layout/LinedList"/>
    <dgm:cxn modelId="{F4F98B5A-59C6-435D-A8A9-3A51DFB54333}" type="presParOf" srcId="{EBFB311D-2956-4543-B497-07A19D20933B}" destId="{78414064-C041-426F-8FC9-8BDD671A5A3D}" srcOrd="2" destOrd="0" presId="urn:microsoft.com/office/officeart/2008/layout/LinedList"/>
    <dgm:cxn modelId="{280A691B-83AB-407D-8148-B11B642AB029}" type="presParOf" srcId="{9F8BF901-1E74-425C-9566-0E97F4ED3F55}" destId="{427DBE3D-EC07-487F-BEA1-08E593943B3B}" srcOrd="2" destOrd="0" presId="urn:microsoft.com/office/officeart/2008/layout/LinedList"/>
    <dgm:cxn modelId="{94EE607A-A31F-4D51-96AF-CC34B48D7480}" type="presParOf" srcId="{9F8BF901-1E74-425C-9566-0E97F4ED3F55}" destId="{7756514A-571B-40E8-9BE3-25A7DB17B776}" srcOrd="3" destOrd="0" presId="urn:microsoft.com/office/officeart/2008/layout/LinedList"/>
    <dgm:cxn modelId="{82183621-7B7C-464D-BBAC-4705380C4541}" type="presParOf" srcId="{9F8BF901-1E74-425C-9566-0E97F4ED3F55}" destId="{53E12393-2BA7-4127-AB4B-1FB1ECC2F21E}" srcOrd="4" destOrd="0" presId="urn:microsoft.com/office/officeart/2008/layout/LinedList"/>
    <dgm:cxn modelId="{04B05136-AEEF-461A-ACAD-AF32DABCEA15}" type="presParOf" srcId="{53E12393-2BA7-4127-AB4B-1FB1ECC2F21E}" destId="{757A12FA-6D70-4B51-9648-5330D258CB2D}" srcOrd="0" destOrd="0" presId="urn:microsoft.com/office/officeart/2008/layout/LinedList"/>
    <dgm:cxn modelId="{977D6B60-2EFC-447D-871B-02E35DA86576}" type="presParOf" srcId="{53E12393-2BA7-4127-AB4B-1FB1ECC2F21E}" destId="{A5F3EBC6-324B-4A26-A5E2-3F33A6F46762}" srcOrd="1" destOrd="0" presId="urn:microsoft.com/office/officeart/2008/layout/LinedList"/>
    <dgm:cxn modelId="{BB0EE95B-B36A-4D05-9C1F-0AB13A57BCC4}" type="presParOf" srcId="{53E12393-2BA7-4127-AB4B-1FB1ECC2F21E}" destId="{0694889A-5E47-44DA-B3EE-F88293584B65}" srcOrd="2" destOrd="0" presId="urn:microsoft.com/office/officeart/2008/layout/LinedList"/>
    <dgm:cxn modelId="{467EF765-32DE-4462-8ACF-F08A0253C1C3}" type="presParOf" srcId="{0694889A-5E47-44DA-B3EE-F88293584B65}" destId="{0EAB1E69-09E3-4C97-83A9-1493801AC81F}" srcOrd="0" destOrd="0" presId="urn:microsoft.com/office/officeart/2008/layout/LinedList"/>
    <dgm:cxn modelId="{CFB07095-2482-462B-B68B-D4F9DE48C969}" type="presParOf" srcId="{0EAB1E69-09E3-4C97-83A9-1493801AC81F}" destId="{6AA665B5-82F5-4AAB-846B-08FF2049C1EB}" srcOrd="0" destOrd="0" presId="urn:microsoft.com/office/officeart/2008/layout/LinedList"/>
    <dgm:cxn modelId="{BFEC91D9-9E81-47E2-ABAB-61C48C781BB8}" type="presParOf" srcId="{0EAB1E69-09E3-4C97-83A9-1493801AC81F}" destId="{DAA74E96-31A6-4490-9064-AB27C44E95F9}" srcOrd="1" destOrd="0" presId="urn:microsoft.com/office/officeart/2008/layout/LinedList"/>
    <dgm:cxn modelId="{8C7AC8B9-C47D-4DA9-B414-C7F514F98C18}" type="presParOf" srcId="{0EAB1E69-09E3-4C97-83A9-1493801AC81F}" destId="{19520962-1E97-4BD0-A768-C8A5B9625328}" srcOrd="2" destOrd="0" presId="urn:microsoft.com/office/officeart/2008/layout/LinedList"/>
    <dgm:cxn modelId="{A60F78DF-F7B7-43FA-A964-1A0290692AA2}" type="presParOf" srcId="{9F8BF901-1E74-425C-9566-0E97F4ED3F55}" destId="{CA427285-019A-471E-B1B3-723ECBF1E5B0}" srcOrd="5" destOrd="0" presId="urn:microsoft.com/office/officeart/2008/layout/LinedList"/>
    <dgm:cxn modelId="{40020AB1-80AE-439E-998A-9104B4B83D3D}" type="presParOf" srcId="{9F8BF901-1E74-425C-9566-0E97F4ED3F55}" destId="{147F88FE-2133-459A-8A75-F7367F1AADAC}" srcOrd="6" destOrd="0" presId="urn:microsoft.com/office/officeart/2008/layout/LinedList"/>
    <dgm:cxn modelId="{2766FDCA-5C4A-4D36-BE30-76632EC2EE77}" type="presParOf" srcId="{9F8BF901-1E74-425C-9566-0E97F4ED3F55}" destId="{0EF4E7CC-9102-484E-924E-06ECE1CDA8F7}" srcOrd="7" destOrd="0" presId="urn:microsoft.com/office/officeart/2008/layout/LinedList"/>
    <dgm:cxn modelId="{B36D915A-572C-4892-8435-D2AE866A714F}" type="presParOf" srcId="{0EF4E7CC-9102-484E-924E-06ECE1CDA8F7}" destId="{CF0E0724-B2B6-4B4D-97FE-339C7B622870}" srcOrd="0" destOrd="0" presId="urn:microsoft.com/office/officeart/2008/layout/LinedList"/>
    <dgm:cxn modelId="{9036D8A4-6977-4EAB-9FCD-5B5FFB96D4BA}" type="presParOf" srcId="{0EF4E7CC-9102-484E-924E-06ECE1CDA8F7}" destId="{AA1BFEBE-EE3F-4BB6-897F-6CE57540A494}" srcOrd="1" destOrd="0" presId="urn:microsoft.com/office/officeart/2008/layout/LinedList"/>
    <dgm:cxn modelId="{8676A1A6-5E53-44A5-B0BF-9E7B2C93845F}" type="presParOf" srcId="{0EF4E7CC-9102-484E-924E-06ECE1CDA8F7}" destId="{B11AF4AC-9203-43AF-BD9F-6548B6344B16}" srcOrd="2" destOrd="0" presId="urn:microsoft.com/office/officeart/2008/layout/LinedList"/>
    <dgm:cxn modelId="{5762872E-91E6-49BB-A4FF-C7BE1B6A8D65}" type="presParOf" srcId="{B11AF4AC-9203-43AF-BD9F-6548B6344B16}" destId="{12191EAF-D6C8-42BE-9F74-3CB4455727E5}" srcOrd="0" destOrd="0" presId="urn:microsoft.com/office/officeart/2008/layout/LinedList"/>
    <dgm:cxn modelId="{34DB6CED-16DF-4642-A9F2-037269AED484}" type="presParOf" srcId="{12191EAF-D6C8-42BE-9F74-3CB4455727E5}" destId="{3B9CDCD5-ACAC-48AB-A8C0-55C10B86C397}" srcOrd="0" destOrd="0" presId="urn:microsoft.com/office/officeart/2008/layout/LinedList"/>
    <dgm:cxn modelId="{6D927BD6-62B3-41B2-9C9E-CD0556E012FD}" type="presParOf" srcId="{12191EAF-D6C8-42BE-9F74-3CB4455727E5}" destId="{82E4EB83-DBEE-4499-B3EA-5992375B3151}" srcOrd="1" destOrd="0" presId="urn:microsoft.com/office/officeart/2008/layout/LinedList"/>
    <dgm:cxn modelId="{FB507CC8-5B81-49C3-84CB-91D5A240FF6B}" type="presParOf" srcId="{12191EAF-D6C8-42BE-9F74-3CB4455727E5}" destId="{9BF09CC5-B875-4BD5-B4AF-73F2DE518E75}" srcOrd="2" destOrd="0" presId="urn:microsoft.com/office/officeart/2008/layout/LinedList"/>
    <dgm:cxn modelId="{444A9378-715F-4894-8188-C106A2DD1769}" type="presParOf" srcId="{9F8BF901-1E74-425C-9566-0E97F4ED3F55}" destId="{523F9227-928A-4DDF-B36A-C1C5755590BD}" srcOrd="8" destOrd="0" presId="urn:microsoft.com/office/officeart/2008/layout/LinedList"/>
    <dgm:cxn modelId="{FF34E21D-D1AE-43CD-9663-2C76498F5B29}" type="presParOf" srcId="{9F8BF901-1E74-425C-9566-0E97F4ED3F55}" destId="{44AE5FAF-3182-40F3-AD3F-F21A6E8E94E4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46AC643-BC38-418D-B312-0EBBBDF752F9}" type="doc">
      <dgm:prSet loTypeId="urn:microsoft.com/office/officeart/2005/8/layout/default" loCatId="list" qsTypeId="urn:microsoft.com/office/officeart/2005/8/quickstyle/simple2" qsCatId="simple" csTypeId="urn:microsoft.com/office/officeart/2005/8/colors/accent1_1" csCatId="accent1" phldr="1"/>
      <dgm:spPr/>
      <dgm:t>
        <a:bodyPr/>
        <a:lstStyle/>
        <a:p>
          <a:endParaRPr lang="pt-BR"/>
        </a:p>
      </dgm:t>
    </dgm:pt>
    <dgm:pt modelId="{DFC7181A-0638-405B-9131-168A90E54D56}">
      <dgm:prSet phldrT="[Texto]" phldr="0"/>
      <dgm:spPr/>
      <dgm:t>
        <a:bodyPr/>
        <a:lstStyle/>
        <a:p>
          <a:r>
            <a:rPr lang="pt-BR" dirty="0"/>
            <a:t>Business </a:t>
          </a:r>
          <a:r>
            <a:rPr lang="pt-BR" dirty="0" err="1"/>
            <a:t>Understanding</a:t>
          </a:r>
          <a:endParaRPr lang="pt-BR" dirty="0"/>
        </a:p>
      </dgm:t>
    </dgm:pt>
    <dgm:pt modelId="{FF00A302-3F34-49EE-9091-7184C48688D8}" type="parTrans" cxnId="{EBEC4C8F-BE6A-4E8D-83E3-677965E5509F}">
      <dgm:prSet/>
      <dgm:spPr/>
      <dgm:t>
        <a:bodyPr/>
        <a:lstStyle/>
        <a:p>
          <a:endParaRPr lang="pt-BR"/>
        </a:p>
      </dgm:t>
    </dgm:pt>
    <dgm:pt modelId="{7CB6DD19-D1A3-422E-A337-041B82613C8E}" type="sibTrans" cxnId="{EBEC4C8F-BE6A-4E8D-83E3-677965E5509F}">
      <dgm:prSet/>
      <dgm:spPr/>
      <dgm:t>
        <a:bodyPr/>
        <a:lstStyle/>
        <a:p>
          <a:endParaRPr lang="pt-BR"/>
        </a:p>
      </dgm:t>
    </dgm:pt>
    <dgm:pt modelId="{BE39B9CB-6D23-4235-8ADF-66717D24BCAB}">
      <dgm:prSet phldrT="[Texto]" phldr="0"/>
      <dgm:spPr/>
      <dgm:t>
        <a:bodyPr/>
        <a:lstStyle/>
        <a:p>
          <a:r>
            <a:rPr lang="pt-BR" dirty="0"/>
            <a:t>Data </a:t>
          </a:r>
          <a:r>
            <a:rPr lang="pt-BR" dirty="0" err="1"/>
            <a:t>Understanding</a:t>
          </a:r>
          <a:endParaRPr lang="pt-BR" dirty="0"/>
        </a:p>
      </dgm:t>
    </dgm:pt>
    <dgm:pt modelId="{6ACB926C-E475-43A4-B46B-AAAEAE4B7F8C}" type="parTrans" cxnId="{773130AE-EB8B-4EF7-A65E-D70A84E7ED15}">
      <dgm:prSet/>
      <dgm:spPr/>
      <dgm:t>
        <a:bodyPr/>
        <a:lstStyle/>
        <a:p>
          <a:endParaRPr lang="pt-BR"/>
        </a:p>
      </dgm:t>
    </dgm:pt>
    <dgm:pt modelId="{1D62BFBF-92D0-43D0-815B-D730DB7F163C}" type="sibTrans" cxnId="{773130AE-EB8B-4EF7-A65E-D70A84E7ED15}">
      <dgm:prSet/>
      <dgm:spPr/>
      <dgm:t>
        <a:bodyPr/>
        <a:lstStyle/>
        <a:p>
          <a:endParaRPr lang="pt-BR"/>
        </a:p>
      </dgm:t>
    </dgm:pt>
    <dgm:pt modelId="{E9DA4588-B131-411E-B044-3AB3B32684D6}">
      <dgm:prSet phldrT="[Texto]" phldr="0"/>
      <dgm:spPr/>
      <dgm:t>
        <a:bodyPr/>
        <a:lstStyle/>
        <a:p>
          <a:r>
            <a:rPr lang="pt-BR" dirty="0"/>
            <a:t>Data </a:t>
          </a:r>
          <a:r>
            <a:rPr lang="pt-BR" dirty="0" err="1"/>
            <a:t>Preparation</a:t>
          </a:r>
          <a:endParaRPr lang="pt-BR" dirty="0"/>
        </a:p>
      </dgm:t>
    </dgm:pt>
    <dgm:pt modelId="{2B439967-079C-4FFF-9F70-7410E9732E09}" type="parTrans" cxnId="{C1D01333-5C7B-41BF-9348-33302D87C822}">
      <dgm:prSet/>
      <dgm:spPr/>
      <dgm:t>
        <a:bodyPr/>
        <a:lstStyle/>
        <a:p>
          <a:endParaRPr lang="pt-BR"/>
        </a:p>
      </dgm:t>
    </dgm:pt>
    <dgm:pt modelId="{181E24BC-5183-4FFE-88CB-DC4E09B0DD87}" type="sibTrans" cxnId="{C1D01333-5C7B-41BF-9348-33302D87C822}">
      <dgm:prSet/>
      <dgm:spPr/>
      <dgm:t>
        <a:bodyPr/>
        <a:lstStyle/>
        <a:p>
          <a:endParaRPr lang="pt-BR"/>
        </a:p>
      </dgm:t>
    </dgm:pt>
    <dgm:pt modelId="{95877F61-891F-42D2-8D14-B6F75F9B74E5}">
      <dgm:prSet phldrT="[Texto]" phldr="0"/>
      <dgm:spPr/>
      <dgm:t>
        <a:bodyPr/>
        <a:lstStyle/>
        <a:p>
          <a:r>
            <a:rPr lang="pt-BR"/>
            <a:t>Modeling</a:t>
          </a:r>
          <a:endParaRPr lang="pt-BR" dirty="0"/>
        </a:p>
      </dgm:t>
    </dgm:pt>
    <dgm:pt modelId="{D43CD72F-7D41-4D42-A9CC-9BB3FA2B9C42}" type="parTrans" cxnId="{AF3259F3-7BB5-4067-8184-07A325A6092A}">
      <dgm:prSet/>
      <dgm:spPr/>
      <dgm:t>
        <a:bodyPr/>
        <a:lstStyle/>
        <a:p>
          <a:endParaRPr lang="pt-BR"/>
        </a:p>
      </dgm:t>
    </dgm:pt>
    <dgm:pt modelId="{C2B3F5F6-CAA0-49D3-AF8A-300A271A3679}" type="sibTrans" cxnId="{AF3259F3-7BB5-4067-8184-07A325A6092A}">
      <dgm:prSet/>
      <dgm:spPr/>
      <dgm:t>
        <a:bodyPr/>
        <a:lstStyle/>
        <a:p>
          <a:endParaRPr lang="pt-BR"/>
        </a:p>
      </dgm:t>
    </dgm:pt>
    <dgm:pt modelId="{DD4201CB-1994-4B87-89D2-34944BDAC30F}">
      <dgm:prSet phldrT="[Texto]" phldr="0"/>
      <dgm:spPr/>
      <dgm:t>
        <a:bodyPr/>
        <a:lstStyle/>
        <a:p>
          <a:r>
            <a:rPr lang="pt-BR"/>
            <a:t>Evaluation</a:t>
          </a:r>
          <a:endParaRPr lang="pt-BR" dirty="0"/>
        </a:p>
      </dgm:t>
    </dgm:pt>
    <dgm:pt modelId="{4FDDB5FA-57AA-4DF6-8927-38D464F6FE99}" type="parTrans" cxnId="{9AF673A5-A0F2-4E2B-B0BF-8E47BA20FEEF}">
      <dgm:prSet/>
      <dgm:spPr/>
      <dgm:t>
        <a:bodyPr/>
        <a:lstStyle/>
        <a:p>
          <a:endParaRPr lang="pt-BR"/>
        </a:p>
      </dgm:t>
    </dgm:pt>
    <dgm:pt modelId="{703E6B39-AFB1-4885-8C7D-7702422E40F8}" type="sibTrans" cxnId="{9AF673A5-A0F2-4E2B-B0BF-8E47BA20FEEF}">
      <dgm:prSet/>
      <dgm:spPr/>
      <dgm:t>
        <a:bodyPr/>
        <a:lstStyle/>
        <a:p>
          <a:endParaRPr lang="pt-BR"/>
        </a:p>
      </dgm:t>
    </dgm:pt>
    <dgm:pt modelId="{DA9DADE0-B167-4358-9FC1-0F993AC0C858}" type="pres">
      <dgm:prSet presAssocID="{946AC643-BC38-418D-B312-0EBBBDF752F9}" presName="diagram" presStyleCnt="0">
        <dgm:presLayoutVars>
          <dgm:dir/>
          <dgm:resizeHandles val="exact"/>
        </dgm:presLayoutVars>
      </dgm:prSet>
      <dgm:spPr/>
    </dgm:pt>
    <dgm:pt modelId="{9D6389B8-2780-477D-9CBE-1B02EEE8711F}" type="pres">
      <dgm:prSet presAssocID="{DFC7181A-0638-405B-9131-168A90E54D56}" presName="node" presStyleLbl="node1" presStyleIdx="0" presStyleCnt="5">
        <dgm:presLayoutVars>
          <dgm:bulletEnabled val="1"/>
        </dgm:presLayoutVars>
      </dgm:prSet>
      <dgm:spPr/>
    </dgm:pt>
    <dgm:pt modelId="{54C2FDE9-4BA9-44F8-8348-AFDF76F84757}" type="pres">
      <dgm:prSet presAssocID="{7CB6DD19-D1A3-422E-A337-041B82613C8E}" presName="sibTrans" presStyleCnt="0"/>
      <dgm:spPr/>
    </dgm:pt>
    <dgm:pt modelId="{20444558-087C-4785-B3DA-F10558290887}" type="pres">
      <dgm:prSet presAssocID="{BE39B9CB-6D23-4235-8ADF-66717D24BCAB}" presName="node" presStyleLbl="node1" presStyleIdx="1" presStyleCnt="5">
        <dgm:presLayoutVars>
          <dgm:bulletEnabled val="1"/>
        </dgm:presLayoutVars>
      </dgm:prSet>
      <dgm:spPr/>
    </dgm:pt>
    <dgm:pt modelId="{1D08B596-85DD-4E50-90D5-BAF3D2C80AA7}" type="pres">
      <dgm:prSet presAssocID="{1D62BFBF-92D0-43D0-815B-D730DB7F163C}" presName="sibTrans" presStyleCnt="0"/>
      <dgm:spPr/>
    </dgm:pt>
    <dgm:pt modelId="{39EC8217-2623-464D-BDDC-1F524284F67F}" type="pres">
      <dgm:prSet presAssocID="{E9DA4588-B131-411E-B044-3AB3B32684D6}" presName="node" presStyleLbl="node1" presStyleIdx="2" presStyleCnt="5">
        <dgm:presLayoutVars>
          <dgm:bulletEnabled val="1"/>
        </dgm:presLayoutVars>
      </dgm:prSet>
      <dgm:spPr/>
    </dgm:pt>
    <dgm:pt modelId="{D24F43BF-A650-452F-98FC-C3FED5CE5855}" type="pres">
      <dgm:prSet presAssocID="{181E24BC-5183-4FFE-88CB-DC4E09B0DD87}" presName="sibTrans" presStyleCnt="0"/>
      <dgm:spPr/>
    </dgm:pt>
    <dgm:pt modelId="{E747BCF2-696D-4997-844B-F5ACF9494BF9}" type="pres">
      <dgm:prSet presAssocID="{95877F61-891F-42D2-8D14-B6F75F9B74E5}" presName="node" presStyleLbl="node1" presStyleIdx="3" presStyleCnt="5">
        <dgm:presLayoutVars>
          <dgm:bulletEnabled val="1"/>
        </dgm:presLayoutVars>
      </dgm:prSet>
      <dgm:spPr/>
    </dgm:pt>
    <dgm:pt modelId="{7C2B3D4A-05C3-43BA-A134-C1F8F0484BA7}" type="pres">
      <dgm:prSet presAssocID="{C2B3F5F6-CAA0-49D3-AF8A-300A271A3679}" presName="sibTrans" presStyleCnt="0"/>
      <dgm:spPr/>
    </dgm:pt>
    <dgm:pt modelId="{FACD9D2A-A350-4306-B3CB-FDB03AE25B24}" type="pres">
      <dgm:prSet presAssocID="{DD4201CB-1994-4B87-89D2-34944BDAC30F}" presName="node" presStyleLbl="node1" presStyleIdx="4" presStyleCnt="5">
        <dgm:presLayoutVars>
          <dgm:bulletEnabled val="1"/>
        </dgm:presLayoutVars>
      </dgm:prSet>
      <dgm:spPr/>
    </dgm:pt>
  </dgm:ptLst>
  <dgm:cxnLst>
    <dgm:cxn modelId="{69FDC21C-ADAA-455A-838F-C5F3CFEE0300}" type="presOf" srcId="{946AC643-BC38-418D-B312-0EBBBDF752F9}" destId="{DA9DADE0-B167-4358-9FC1-0F993AC0C858}" srcOrd="0" destOrd="0" presId="urn:microsoft.com/office/officeart/2005/8/layout/default"/>
    <dgm:cxn modelId="{C1D01333-5C7B-41BF-9348-33302D87C822}" srcId="{946AC643-BC38-418D-B312-0EBBBDF752F9}" destId="{E9DA4588-B131-411E-B044-3AB3B32684D6}" srcOrd="2" destOrd="0" parTransId="{2B439967-079C-4FFF-9F70-7410E9732E09}" sibTransId="{181E24BC-5183-4FFE-88CB-DC4E09B0DD87}"/>
    <dgm:cxn modelId="{04B7D534-4B8D-459C-887C-878F3142CF7C}" type="presOf" srcId="{DD4201CB-1994-4B87-89D2-34944BDAC30F}" destId="{FACD9D2A-A350-4306-B3CB-FDB03AE25B24}" srcOrd="0" destOrd="0" presId="urn:microsoft.com/office/officeart/2005/8/layout/default"/>
    <dgm:cxn modelId="{0DA3E35F-D6E6-43FC-BA02-D46D76CD5A3F}" type="presOf" srcId="{95877F61-891F-42D2-8D14-B6F75F9B74E5}" destId="{E747BCF2-696D-4997-844B-F5ACF9494BF9}" srcOrd="0" destOrd="0" presId="urn:microsoft.com/office/officeart/2005/8/layout/default"/>
    <dgm:cxn modelId="{EBEC4C8F-BE6A-4E8D-83E3-677965E5509F}" srcId="{946AC643-BC38-418D-B312-0EBBBDF752F9}" destId="{DFC7181A-0638-405B-9131-168A90E54D56}" srcOrd="0" destOrd="0" parTransId="{FF00A302-3F34-49EE-9091-7184C48688D8}" sibTransId="{7CB6DD19-D1A3-422E-A337-041B82613C8E}"/>
    <dgm:cxn modelId="{9AF673A5-A0F2-4E2B-B0BF-8E47BA20FEEF}" srcId="{946AC643-BC38-418D-B312-0EBBBDF752F9}" destId="{DD4201CB-1994-4B87-89D2-34944BDAC30F}" srcOrd="4" destOrd="0" parTransId="{4FDDB5FA-57AA-4DF6-8927-38D464F6FE99}" sibTransId="{703E6B39-AFB1-4885-8C7D-7702422E40F8}"/>
    <dgm:cxn modelId="{773130AE-EB8B-4EF7-A65E-D70A84E7ED15}" srcId="{946AC643-BC38-418D-B312-0EBBBDF752F9}" destId="{BE39B9CB-6D23-4235-8ADF-66717D24BCAB}" srcOrd="1" destOrd="0" parTransId="{6ACB926C-E475-43A4-B46B-AAAEAE4B7F8C}" sibTransId="{1D62BFBF-92D0-43D0-815B-D730DB7F163C}"/>
    <dgm:cxn modelId="{3A8C87DE-BD2B-425C-AD61-45279167502E}" type="presOf" srcId="{E9DA4588-B131-411E-B044-3AB3B32684D6}" destId="{39EC8217-2623-464D-BDDC-1F524284F67F}" srcOrd="0" destOrd="0" presId="urn:microsoft.com/office/officeart/2005/8/layout/default"/>
    <dgm:cxn modelId="{D18BE8F2-36DE-4A8F-A21D-062F4398A364}" type="presOf" srcId="{BE39B9CB-6D23-4235-8ADF-66717D24BCAB}" destId="{20444558-087C-4785-B3DA-F10558290887}" srcOrd="0" destOrd="0" presId="urn:microsoft.com/office/officeart/2005/8/layout/default"/>
    <dgm:cxn modelId="{AF3259F3-7BB5-4067-8184-07A325A6092A}" srcId="{946AC643-BC38-418D-B312-0EBBBDF752F9}" destId="{95877F61-891F-42D2-8D14-B6F75F9B74E5}" srcOrd="3" destOrd="0" parTransId="{D43CD72F-7D41-4D42-A9CC-9BB3FA2B9C42}" sibTransId="{C2B3F5F6-CAA0-49D3-AF8A-300A271A3679}"/>
    <dgm:cxn modelId="{ABC555F8-147C-4B30-A197-06AE1CA26EDE}" type="presOf" srcId="{DFC7181A-0638-405B-9131-168A90E54D56}" destId="{9D6389B8-2780-477D-9CBE-1B02EEE8711F}" srcOrd="0" destOrd="0" presId="urn:microsoft.com/office/officeart/2005/8/layout/default"/>
    <dgm:cxn modelId="{BFA19C82-7304-4CF1-91B9-E4154935CB12}" type="presParOf" srcId="{DA9DADE0-B167-4358-9FC1-0F993AC0C858}" destId="{9D6389B8-2780-477D-9CBE-1B02EEE8711F}" srcOrd="0" destOrd="0" presId="urn:microsoft.com/office/officeart/2005/8/layout/default"/>
    <dgm:cxn modelId="{C94C8693-C409-426C-BAAE-30F8ED65F4C1}" type="presParOf" srcId="{DA9DADE0-B167-4358-9FC1-0F993AC0C858}" destId="{54C2FDE9-4BA9-44F8-8348-AFDF76F84757}" srcOrd="1" destOrd="0" presId="urn:microsoft.com/office/officeart/2005/8/layout/default"/>
    <dgm:cxn modelId="{FAA1A8B1-485F-4B3A-9CC9-762E70D3A617}" type="presParOf" srcId="{DA9DADE0-B167-4358-9FC1-0F993AC0C858}" destId="{20444558-087C-4785-B3DA-F10558290887}" srcOrd="2" destOrd="0" presId="urn:microsoft.com/office/officeart/2005/8/layout/default"/>
    <dgm:cxn modelId="{DE983057-822B-4E2A-A7F0-281E3FB21404}" type="presParOf" srcId="{DA9DADE0-B167-4358-9FC1-0F993AC0C858}" destId="{1D08B596-85DD-4E50-90D5-BAF3D2C80AA7}" srcOrd="3" destOrd="0" presId="urn:microsoft.com/office/officeart/2005/8/layout/default"/>
    <dgm:cxn modelId="{13703E45-4C76-47DA-9F13-EFA1A0A1FA31}" type="presParOf" srcId="{DA9DADE0-B167-4358-9FC1-0F993AC0C858}" destId="{39EC8217-2623-464D-BDDC-1F524284F67F}" srcOrd="4" destOrd="0" presId="urn:microsoft.com/office/officeart/2005/8/layout/default"/>
    <dgm:cxn modelId="{86963279-8156-4FE8-8E09-6AF95F344B18}" type="presParOf" srcId="{DA9DADE0-B167-4358-9FC1-0F993AC0C858}" destId="{D24F43BF-A650-452F-98FC-C3FED5CE5855}" srcOrd="5" destOrd="0" presId="urn:microsoft.com/office/officeart/2005/8/layout/default"/>
    <dgm:cxn modelId="{E94AEFE4-D294-4975-801A-DD516E18F035}" type="presParOf" srcId="{DA9DADE0-B167-4358-9FC1-0F993AC0C858}" destId="{E747BCF2-696D-4997-844B-F5ACF9494BF9}" srcOrd="6" destOrd="0" presId="urn:microsoft.com/office/officeart/2005/8/layout/default"/>
    <dgm:cxn modelId="{6A169808-0850-464C-95AE-2909B6F35384}" type="presParOf" srcId="{DA9DADE0-B167-4358-9FC1-0F993AC0C858}" destId="{7C2B3D4A-05C3-43BA-A134-C1F8F0484BA7}" srcOrd="7" destOrd="0" presId="urn:microsoft.com/office/officeart/2005/8/layout/default"/>
    <dgm:cxn modelId="{8C037F2C-BB38-4A0E-BCA4-9C685C0EDE50}" type="presParOf" srcId="{DA9DADE0-B167-4358-9FC1-0F993AC0C858}" destId="{FACD9D2A-A350-4306-B3CB-FDB03AE25B24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26C4B2-075B-443B-A258-FFBA2E6C2A68}">
      <dsp:nvSpPr>
        <dsp:cNvPr id="0" name=""/>
        <dsp:cNvSpPr/>
      </dsp:nvSpPr>
      <dsp:spPr>
        <a:xfrm>
          <a:off x="799" y="871909"/>
          <a:ext cx="3117565" cy="187053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 dirty="0"/>
            <a:t>Os planos de manutenção da empresa são realizados em intervalos fixos de tempo, o que pode levar tanto ao excesso de manutenção quanto à substituição tardia de equipamentos. Para enfrentar esse desafio, foi proposta a aplicação de técnicas de </a:t>
          </a:r>
          <a:r>
            <a:rPr lang="pt-BR" sz="1400" b="1" kern="1200" dirty="0"/>
            <a:t>análise de dados e aprendizado de máquina</a:t>
          </a:r>
          <a:r>
            <a:rPr lang="pt-BR" sz="1400" kern="1200" dirty="0"/>
            <a:t> com foco em </a:t>
          </a:r>
          <a:r>
            <a:rPr lang="pt-BR" sz="1400" b="1" kern="1200" dirty="0"/>
            <a:t>manutenção preditiva</a:t>
          </a:r>
          <a:r>
            <a:rPr lang="pt-BR" sz="1400" kern="1200" dirty="0"/>
            <a:t>.</a:t>
          </a:r>
        </a:p>
      </dsp:txBody>
      <dsp:txXfrm>
        <a:off x="799" y="871909"/>
        <a:ext cx="3117565" cy="1870539"/>
      </dsp:txXfrm>
    </dsp:sp>
    <dsp:sp modelId="{6DD409AA-0949-4E55-9286-777A86EBB7AE}">
      <dsp:nvSpPr>
        <dsp:cNvPr id="0" name=""/>
        <dsp:cNvSpPr/>
      </dsp:nvSpPr>
      <dsp:spPr>
        <a:xfrm>
          <a:off x="3430121" y="871909"/>
          <a:ext cx="3117565" cy="187053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b="1" kern="1200" dirty="0"/>
            <a:t>Classificação de Close </a:t>
          </a:r>
          <a:r>
            <a:rPr lang="pt-BR" sz="1400" b="1" kern="1200" dirty="0" err="1"/>
            <a:t>to</a:t>
          </a:r>
          <a:r>
            <a:rPr lang="pt-BR" sz="1400" b="1" kern="1200" dirty="0"/>
            <a:t> </a:t>
          </a:r>
          <a:r>
            <a:rPr lang="pt-BR" sz="1400" b="1" kern="1200" dirty="0" err="1"/>
            <a:t>Failure</a:t>
          </a:r>
          <a:r>
            <a:rPr lang="pt-BR" sz="1400" kern="1200" dirty="0"/>
            <a:t>: identificar se um ativo está a menos de 20 ciclos da falha, permitindo ações preventivas mais assertivas.</a:t>
          </a:r>
        </a:p>
      </dsp:txBody>
      <dsp:txXfrm>
        <a:off x="3430121" y="871909"/>
        <a:ext cx="3117565" cy="1870539"/>
      </dsp:txXfrm>
    </dsp:sp>
    <dsp:sp modelId="{5F2B11B8-707E-40F6-9231-ECC2D62EDD35}">
      <dsp:nvSpPr>
        <dsp:cNvPr id="0" name=""/>
        <dsp:cNvSpPr/>
      </dsp:nvSpPr>
      <dsp:spPr>
        <a:xfrm>
          <a:off x="799" y="3054205"/>
          <a:ext cx="3117565" cy="187053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b="1" kern="1200" dirty="0"/>
            <a:t>Predição de </a:t>
          </a:r>
          <a:r>
            <a:rPr lang="pt-BR" sz="1400" b="1" kern="1200" dirty="0" err="1"/>
            <a:t>Remaining</a:t>
          </a:r>
          <a:r>
            <a:rPr lang="pt-BR" sz="1400" b="1" kern="1200" dirty="0"/>
            <a:t> </a:t>
          </a:r>
          <a:r>
            <a:rPr lang="pt-BR" sz="1400" b="1" kern="1200" dirty="0" err="1"/>
            <a:t>Useful</a:t>
          </a:r>
          <a:r>
            <a:rPr lang="pt-BR" sz="1400" b="1" kern="1200" dirty="0"/>
            <a:t> Life (RUL)</a:t>
          </a:r>
          <a:r>
            <a:rPr lang="pt-BR" sz="1400" kern="1200" dirty="0"/>
            <a:t>: estimar o tempo restante de operação até a falha, fornecendo uma visão quantitativa que possibilita planejar intervenções com maior precisão.</a:t>
          </a:r>
        </a:p>
      </dsp:txBody>
      <dsp:txXfrm>
        <a:off x="799" y="3054205"/>
        <a:ext cx="3117565" cy="1870539"/>
      </dsp:txXfrm>
    </dsp:sp>
    <dsp:sp modelId="{A74BA999-E122-4583-B442-C82B49CD15F9}">
      <dsp:nvSpPr>
        <dsp:cNvPr id="0" name=""/>
        <dsp:cNvSpPr/>
      </dsp:nvSpPr>
      <dsp:spPr>
        <a:xfrm>
          <a:off x="3430121" y="3054205"/>
          <a:ext cx="3117565" cy="187053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 dirty="0"/>
            <a:t>O estudo foi conduzido a partir de um conjunto de dados contendo informações de 100 eventos de falha, incluindo variáveis de configuração e leituras de sensores. A partir desse material, foram desenvolvidos modelos estatísticos e de machine learning capazes de prever o comportamento dos ativos e apoiar decisões estratégicas de manutenção.</a:t>
          </a:r>
        </a:p>
      </dsp:txBody>
      <dsp:txXfrm>
        <a:off x="3430121" y="3054205"/>
        <a:ext cx="3117565" cy="18705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F86A66-E6F0-4DE1-940A-B1325BBC8524}">
      <dsp:nvSpPr>
        <dsp:cNvPr id="0" name=""/>
        <dsp:cNvSpPr/>
      </dsp:nvSpPr>
      <dsp:spPr>
        <a:xfrm>
          <a:off x="0" y="1184900"/>
          <a:ext cx="5309402" cy="318564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O Projeto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900" kern="1200" dirty="0"/>
            <a:t>A caracterização do problema e descrição das variáveis consideradas para os ativos.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900" kern="1200" dirty="0"/>
            <a:t>A metodologia aplicada para construção e avaliação dos modelos.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900" kern="1200" dirty="0"/>
            <a:t>Os resultados obtidos em termos de acurácia e métricas de desempenho (KPIs).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pt-BR" sz="1900" kern="1200" dirty="0"/>
            <a:t>Recomendações práticas sobre como podemos utilizar esses modelos para que sejam úteis no dia a dia da operação e usuários.</a:t>
          </a:r>
        </a:p>
      </dsp:txBody>
      <dsp:txXfrm>
        <a:off x="0" y="1184900"/>
        <a:ext cx="5309402" cy="318564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1FBCFF-25B6-4899-93E6-6E6A7C1AE50C}">
      <dsp:nvSpPr>
        <dsp:cNvPr id="0" name=""/>
        <dsp:cNvSpPr/>
      </dsp:nvSpPr>
      <dsp:spPr>
        <a:xfrm>
          <a:off x="1486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 err="1"/>
            <a:t>Runtime</a:t>
          </a:r>
          <a:endParaRPr lang="pt-BR" sz="1600" kern="1200" dirty="0"/>
        </a:p>
      </dsp:txBody>
      <dsp:txXfrm>
        <a:off x="1486" y="1163792"/>
        <a:ext cx="1028782" cy="411512"/>
      </dsp:txXfrm>
    </dsp:sp>
    <dsp:sp modelId="{4AE4E707-6198-4E26-A79E-1AC54664DEFA}">
      <dsp:nvSpPr>
        <dsp:cNvPr id="0" name=""/>
        <dsp:cNvSpPr/>
      </dsp:nvSpPr>
      <dsp:spPr>
        <a:xfrm>
          <a:off x="212200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D5DE63-F956-459F-8899-F385A24D44E8}">
      <dsp:nvSpPr>
        <dsp:cNvPr id="0" name=""/>
        <dsp:cNvSpPr/>
      </dsp:nvSpPr>
      <dsp:spPr>
        <a:xfrm>
          <a:off x="1186227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1186227" y="1292707"/>
        <a:ext cx="253793" cy="153683"/>
      </dsp:txXfrm>
    </dsp:sp>
    <dsp:sp modelId="{B09497CD-1B48-4E7D-8ED6-6906C8CB788D}">
      <dsp:nvSpPr>
        <dsp:cNvPr id="0" name=""/>
        <dsp:cNvSpPr/>
      </dsp:nvSpPr>
      <dsp:spPr>
        <a:xfrm>
          <a:off x="1654106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Setting1</a:t>
          </a:r>
          <a:endParaRPr lang="pt-BR" sz="1600" kern="1200" dirty="0"/>
        </a:p>
      </dsp:txBody>
      <dsp:txXfrm>
        <a:off x="1654106" y="1163792"/>
        <a:ext cx="1028782" cy="411512"/>
      </dsp:txXfrm>
    </dsp:sp>
    <dsp:sp modelId="{B1335990-EB2B-4240-AEB5-160EEC162F90}">
      <dsp:nvSpPr>
        <dsp:cNvPr id="0" name=""/>
        <dsp:cNvSpPr/>
      </dsp:nvSpPr>
      <dsp:spPr>
        <a:xfrm>
          <a:off x="1864821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 dirty="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Desvio Padrão</a:t>
          </a:r>
        </a:p>
      </dsp:txBody>
      <dsp:txXfrm>
        <a:off x="1891814" y="1602298"/>
        <a:ext cx="974796" cy="867614"/>
      </dsp:txXfrm>
    </dsp:sp>
    <dsp:sp modelId="{4EC3FF00-1755-4237-B92E-20ADD3CC2CCF}">
      <dsp:nvSpPr>
        <dsp:cNvPr id="0" name=""/>
        <dsp:cNvSpPr/>
      </dsp:nvSpPr>
      <dsp:spPr>
        <a:xfrm>
          <a:off x="2838848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2838848" y="1292707"/>
        <a:ext cx="253793" cy="153683"/>
      </dsp:txXfrm>
    </dsp:sp>
    <dsp:sp modelId="{67EFC139-3E71-4D26-AA8F-71DA9FF9C68A}">
      <dsp:nvSpPr>
        <dsp:cNvPr id="0" name=""/>
        <dsp:cNvSpPr/>
      </dsp:nvSpPr>
      <dsp:spPr>
        <a:xfrm>
          <a:off x="3306727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Setting2</a:t>
          </a:r>
          <a:endParaRPr lang="pt-BR" sz="1600" kern="1200" dirty="0"/>
        </a:p>
      </dsp:txBody>
      <dsp:txXfrm>
        <a:off x="3306727" y="1163792"/>
        <a:ext cx="1028782" cy="411512"/>
      </dsp:txXfrm>
    </dsp:sp>
    <dsp:sp modelId="{DEAB463C-DAF1-4EEA-A7DA-740A9501697C}">
      <dsp:nvSpPr>
        <dsp:cNvPr id="0" name=""/>
        <dsp:cNvSpPr/>
      </dsp:nvSpPr>
      <dsp:spPr>
        <a:xfrm>
          <a:off x="3517441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 dirty="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/>
            <a:t>Desvio Padrão</a:t>
          </a:r>
          <a:endParaRPr lang="pt-BR" sz="1100" kern="1200" dirty="0"/>
        </a:p>
      </dsp:txBody>
      <dsp:txXfrm>
        <a:off x="3544434" y="1602298"/>
        <a:ext cx="974796" cy="867614"/>
      </dsp:txXfrm>
    </dsp:sp>
    <dsp:sp modelId="{8D9BCC77-D35E-452D-A546-F03BFEB5945C}">
      <dsp:nvSpPr>
        <dsp:cNvPr id="0" name=""/>
        <dsp:cNvSpPr/>
      </dsp:nvSpPr>
      <dsp:spPr>
        <a:xfrm>
          <a:off x="4491469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4491469" y="1292707"/>
        <a:ext cx="253793" cy="153683"/>
      </dsp:txXfrm>
    </dsp:sp>
    <dsp:sp modelId="{FFF492EC-2E03-4EB4-81D9-EFBD7F7999BB}">
      <dsp:nvSpPr>
        <dsp:cNvPr id="0" name=""/>
        <dsp:cNvSpPr/>
      </dsp:nvSpPr>
      <dsp:spPr>
        <a:xfrm>
          <a:off x="4959348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Setting3</a:t>
          </a:r>
          <a:endParaRPr lang="pt-BR" sz="1600" kern="1200" dirty="0"/>
        </a:p>
      </dsp:txBody>
      <dsp:txXfrm>
        <a:off x="4959348" y="1163792"/>
        <a:ext cx="1028782" cy="411512"/>
      </dsp:txXfrm>
    </dsp:sp>
    <dsp:sp modelId="{B6F3CAAA-C60A-4437-B7FE-0AEE5D229E25}">
      <dsp:nvSpPr>
        <dsp:cNvPr id="0" name=""/>
        <dsp:cNvSpPr/>
      </dsp:nvSpPr>
      <dsp:spPr>
        <a:xfrm>
          <a:off x="5170062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Desvio Padrão</a:t>
          </a:r>
        </a:p>
      </dsp:txBody>
      <dsp:txXfrm>
        <a:off x="5197055" y="1602298"/>
        <a:ext cx="974796" cy="867614"/>
      </dsp:txXfrm>
    </dsp:sp>
    <dsp:sp modelId="{FED10953-A343-49E4-B882-AD6CACBC154D}">
      <dsp:nvSpPr>
        <dsp:cNvPr id="0" name=""/>
        <dsp:cNvSpPr/>
      </dsp:nvSpPr>
      <dsp:spPr>
        <a:xfrm>
          <a:off x="6144090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6144090" y="1292707"/>
        <a:ext cx="253793" cy="153683"/>
      </dsp:txXfrm>
    </dsp:sp>
    <dsp:sp modelId="{EC8F43EC-AAB4-4794-ACC5-D1E5A4769CBB}">
      <dsp:nvSpPr>
        <dsp:cNvPr id="0" name=""/>
        <dsp:cNvSpPr/>
      </dsp:nvSpPr>
      <dsp:spPr>
        <a:xfrm>
          <a:off x="6611968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Tag1</a:t>
          </a:r>
          <a:endParaRPr lang="pt-BR" sz="1600" kern="1200" dirty="0"/>
        </a:p>
      </dsp:txBody>
      <dsp:txXfrm>
        <a:off x="6611968" y="1163792"/>
        <a:ext cx="1028782" cy="411512"/>
      </dsp:txXfrm>
    </dsp:sp>
    <dsp:sp modelId="{FE8B2B5D-AB3F-466A-BB07-6F2C4D88A829}">
      <dsp:nvSpPr>
        <dsp:cNvPr id="0" name=""/>
        <dsp:cNvSpPr/>
      </dsp:nvSpPr>
      <dsp:spPr>
        <a:xfrm>
          <a:off x="6822683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 dirty="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Desvio Padrão</a:t>
          </a:r>
        </a:p>
      </dsp:txBody>
      <dsp:txXfrm>
        <a:off x="6849676" y="1602298"/>
        <a:ext cx="974796" cy="867614"/>
      </dsp:txXfrm>
    </dsp:sp>
    <dsp:sp modelId="{4B3607E6-978C-4320-8745-9D2BE5D519F2}">
      <dsp:nvSpPr>
        <dsp:cNvPr id="0" name=""/>
        <dsp:cNvSpPr/>
      </dsp:nvSpPr>
      <dsp:spPr>
        <a:xfrm>
          <a:off x="7796710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7796710" y="1292707"/>
        <a:ext cx="253793" cy="153683"/>
      </dsp:txXfrm>
    </dsp:sp>
    <dsp:sp modelId="{8FD50F42-C66E-4032-B50A-3BC0487381BA}">
      <dsp:nvSpPr>
        <dsp:cNvPr id="0" name=""/>
        <dsp:cNvSpPr/>
      </dsp:nvSpPr>
      <dsp:spPr>
        <a:xfrm>
          <a:off x="8264589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kern="1200" dirty="0"/>
            <a:t>...</a:t>
          </a:r>
        </a:p>
      </dsp:txBody>
      <dsp:txXfrm>
        <a:off x="8264589" y="1163792"/>
        <a:ext cx="1028782" cy="411512"/>
      </dsp:txXfrm>
    </dsp:sp>
    <dsp:sp modelId="{E4F911AE-0651-4ECF-8180-8786C1124747}">
      <dsp:nvSpPr>
        <dsp:cNvPr id="0" name=""/>
        <dsp:cNvSpPr/>
      </dsp:nvSpPr>
      <dsp:spPr>
        <a:xfrm>
          <a:off x="8475304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600" kern="1200"/>
            <a:t>...</a:t>
          </a:r>
          <a:endParaRPr lang="pt-BR" sz="1600" kern="1200" dirty="0"/>
        </a:p>
      </dsp:txBody>
      <dsp:txXfrm>
        <a:off x="8502297" y="1602298"/>
        <a:ext cx="974796" cy="867614"/>
      </dsp:txXfrm>
    </dsp:sp>
    <dsp:sp modelId="{A264279D-5CE4-4A39-ABC5-C267CD988617}">
      <dsp:nvSpPr>
        <dsp:cNvPr id="0" name=""/>
        <dsp:cNvSpPr/>
      </dsp:nvSpPr>
      <dsp:spPr>
        <a:xfrm>
          <a:off x="9449331" y="1241480"/>
          <a:ext cx="330634" cy="2561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1100" kern="1200"/>
        </a:p>
      </dsp:txBody>
      <dsp:txXfrm>
        <a:off x="9449331" y="1292707"/>
        <a:ext cx="253793" cy="153683"/>
      </dsp:txXfrm>
    </dsp:sp>
    <dsp:sp modelId="{2A4915F8-E941-4EB0-BD00-655C6E486DA1}">
      <dsp:nvSpPr>
        <dsp:cNvPr id="0" name=""/>
        <dsp:cNvSpPr/>
      </dsp:nvSpPr>
      <dsp:spPr>
        <a:xfrm>
          <a:off x="9917210" y="1163792"/>
          <a:ext cx="1028782" cy="691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i="0" kern="1200" dirty="0"/>
            <a:t>Tag21</a:t>
          </a:r>
          <a:endParaRPr lang="pt-BR" sz="1600" kern="1200" dirty="0"/>
        </a:p>
      </dsp:txBody>
      <dsp:txXfrm>
        <a:off x="9917210" y="1163792"/>
        <a:ext cx="1028782" cy="411512"/>
      </dsp:txXfrm>
    </dsp:sp>
    <dsp:sp modelId="{233E8573-BD28-4C8B-A647-1DF3C27CE77A}">
      <dsp:nvSpPr>
        <dsp:cNvPr id="0" name=""/>
        <dsp:cNvSpPr/>
      </dsp:nvSpPr>
      <dsp:spPr>
        <a:xfrm>
          <a:off x="10127924" y="1575305"/>
          <a:ext cx="1028782" cy="9216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b="0" kern="1200" dirty="0"/>
            <a:t>Média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Mínimo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Máximo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pt-BR" sz="1100" kern="1200" dirty="0"/>
            <a:t>Desvio Padrão</a:t>
          </a:r>
        </a:p>
      </dsp:txBody>
      <dsp:txXfrm>
        <a:off x="10154917" y="1602298"/>
        <a:ext cx="974796" cy="86761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3DB835-D83C-46F0-A0FE-8678B5162E69}">
      <dsp:nvSpPr>
        <dsp:cNvPr id="0" name=""/>
        <dsp:cNvSpPr/>
      </dsp:nvSpPr>
      <dsp:spPr>
        <a:xfrm>
          <a:off x="0" y="0"/>
          <a:ext cx="10614211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2EAB99-B567-4A28-99AC-3C590E2D1025}">
      <dsp:nvSpPr>
        <dsp:cNvPr id="0" name=""/>
        <dsp:cNvSpPr/>
      </dsp:nvSpPr>
      <dsp:spPr>
        <a:xfrm>
          <a:off x="0" y="0"/>
          <a:ext cx="2122842" cy="49485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247650" rIns="247650" bIns="247650" numCol="1" spcCol="1270" anchor="t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t-BR" sz="6500" kern="1200" dirty="0"/>
        </a:p>
      </dsp:txBody>
      <dsp:txXfrm>
        <a:off x="0" y="0"/>
        <a:ext cx="2122842" cy="4948518"/>
      </dsp:txXfrm>
    </dsp:sp>
    <dsp:sp modelId="{369B4105-D366-4D35-9F94-ACC9A0DFC354}">
      <dsp:nvSpPr>
        <dsp:cNvPr id="0" name=""/>
        <dsp:cNvSpPr/>
      </dsp:nvSpPr>
      <dsp:spPr>
        <a:xfrm>
          <a:off x="2282055" y="77320"/>
          <a:ext cx="4086471" cy="15464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Balanceamento de Classes (</a:t>
          </a:r>
          <a:r>
            <a:rPr lang="pt-BR" sz="2400" kern="1200" dirty="0" err="1"/>
            <a:t>Classification</a:t>
          </a:r>
          <a:r>
            <a:rPr lang="pt-BR" sz="2400" kern="1200" dirty="0"/>
            <a:t>). </a:t>
          </a:r>
          <a:r>
            <a:rPr lang="pt-BR" sz="2400" kern="1200" dirty="0" err="1"/>
            <a:t>Ex</a:t>
          </a:r>
          <a:r>
            <a:rPr lang="pt-BR" sz="2400" kern="1200" dirty="0"/>
            <a:t>: </a:t>
          </a:r>
          <a:r>
            <a:rPr lang="pt-BR" sz="2400" b="0" i="0" kern="1200" dirty="0"/>
            <a:t>SMOTE</a:t>
          </a:r>
          <a:endParaRPr lang="pt-BR" sz="2400" kern="1200" dirty="0"/>
        </a:p>
      </dsp:txBody>
      <dsp:txXfrm>
        <a:off x="2282055" y="77320"/>
        <a:ext cx="4086471" cy="1546411"/>
      </dsp:txXfrm>
    </dsp:sp>
    <dsp:sp modelId="{CB83673F-1DFB-48D7-81B4-3DB80EC4AD16}">
      <dsp:nvSpPr>
        <dsp:cNvPr id="0" name=""/>
        <dsp:cNvSpPr/>
      </dsp:nvSpPr>
      <dsp:spPr>
        <a:xfrm>
          <a:off x="6527739" y="77320"/>
          <a:ext cx="4086471" cy="15464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t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b="1" i="0" kern="1200" dirty="0"/>
            <a:t>SMOTE</a:t>
          </a:r>
          <a:endParaRPr lang="pt-BR" sz="1000" kern="1200" dirty="0"/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kern="1200" dirty="0">
              <a:hlinkClick xmlns:r="http://schemas.openxmlformats.org/officeDocument/2006/relationships" r:id="rId1"/>
            </a:rPr>
            <a:t>https://imbalanced-learn.org/stable/references/generated/imblearn.over_sampling.SMOTE.html</a:t>
          </a:r>
          <a:endParaRPr lang="pt-BR" sz="1000" kern="1200" dirty="0"/>
        </a:p>
      </dsp:txBody>
      <dsp:txXfrm>
        <a:off x="6527739" y="77320"/>
        <a:ext cx="4086471" cy="1546411"/>
      </dsp:txXfrm>
    </dsp:sp>
    <dsp:sp modelId="{427DBE3D-EC07-487F-BEA1-08E593943B3B}">
      <dsp:nvSpPr>
        <dsp:cNvPr id="0" name=""/>
        <dsp:cNvSpPr/>
      </dsp:nvSpPr>
      <dsp:spPr>
        <a:xfrm>
          <a:off x="2122842" y="1623732"/>
          <a:ext cx="84913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5F3EBC6-324B-4A26-A5E2-3F33A6F46762}">
      <dsp:nvSpPr>
        <dsp:cNvPr id="0" name=""/>
        <dsp:cNvSpPr/>
      </dsp:nvSpPr>
      <dsp:spPr>
        <a:xfrm>
          <a:off x="2282055" y="1701053"/>
          <a:ext cx="4086471" cy="15464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Avaliar efeito de maior período da janela das métricas (Features).</a:t>
          </a:r>
          <a:endParaRPr lang="pt-BR" sz="2400" b="0" kern="1200" dirty="0"/>
        </a:p>
      </dsp:txBody>
      <dsp:txXfrm>
        <a:off x="2282055" y="1701053"/>
        <a:ext cx="4086471" cy="1546411"/>
      </dsp:txXfrm>
    </dsp:sp>
    <dsp:sp modelId="{DAA74E96-31A6-4490-9064-AB27C44E95F9}">
      <dsp:nvSpPr>
        <dsp:cNvPr id="0" name=""/>
        <dsp:cNvSpPr/>
      </dsp:nvSpPr>
      <dsp:spPr>
        <a:xfrm>
          <a:off x="6527739" y="1701053"/>
          <a:ext cx="4086471" cy="15464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t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b="0" kern="1200"/>
            <a:t>Exemplo: usar 10 ciclos para construir as métricas Média, Máximo, Mínimo e Desvio Padrão.</a:t>
          </a:r>
          <a:endParaRPr lang="pt-BR" sz="1000" b="0" kern="1200" dirty="0"/>
        </a:p>
      </dsp:txBody>
      <dsp:txXfrm>
        <a:off x="6527739" y="1701053"/>
        <a:ext cx="4086471" cy="1546411"/>
      </dsp:txXfrm>
    </dsp:sp>
    <dsp:sp modelId="{CA427285-019A-471E-B1B3-723ECBF1E5B0}">
      <dsp:nvSpPr>
        <dsp:cNvPr id="0" name=""/>
        <dsp:cNvSpPr/>
      </dsp:nvSpPr>
      <dsp:spPr>
        <a:xfrm>
          <a:off x="2122842" y="3247464"/>
          <a:ext cx="84913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1BFEBE-EE3F-4BB6-897F-6CE57540A494}">
      <dsp:nvSpPr>
        <dsp:cNvPr id="0" name=""/>
        <dsp:cNvSpPr/>
      </dsp:nvSpPr>
      <dsp:spPr>
        <a:xfrm>
          <a:off x="2282055" y="3324785"/>
          <a:ext cx="4086471" cy="15464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2400" kern="1200" dirty="0"/>
            <a:t>Utilizar a predição de RUL na Classificação. Ou, usar a predição de Classificação na predição de RUL</a:t>
          </a:r>
        </a:p>
      </dsp:txBody>
      <dsp:txXfrm>
        <a:off x="2282055" y="3324785"/>
        <a:ext cx="4086471" cy="1546411"/>
      </dsp:txXfrm>
    </dsp:sp>
    <dsp:sp modelId="{82E4EB83-DBEE-4499-B3EA-5992375B3151}">
      <dsp:nvSpPr>
        <dsp:cNvPr id="0" name=""/>
        <dsp:cNvSpPr/>
      </dsp:nvSpPr>
      <dsp:spPr>
        <a:xfrm>
          <a:off x="6527739" y="3324785"/>
          <a:ext cx="4086471" cy="15464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8100" tIns="38100" rIns="38100" bIns="38100" numCol="1" spcCol="1270" anchor="t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000" kern="1200" dirty="0"/>
            <a:t>Usar os modelos em cadeia.</a:t>
          </a:r>
        </a:p>
      </dsp:txBody>
      <dsp:txXfrm>
        <a:off x="6527739" y="3324785"/>
        <a:ext cx="4086471" cy="1546411"/>
      </dsp:txXfrm>
    </dsp:sp>
    <dsp:sp modelId="{523F9227-928A-4DDF-B36A-C1C5755590BD}">
      <dsp:nvSpPr>
        <dsp:cNvPr id="0" name=""/>
        <dsp:cNvSpPr/>
      </dsp:nvSpPr>
      <dsp:spPr>
        <a:xfrm>
          <a:off x="2122842" y="4871197"/>
          <a:ext cx="84913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6389B8-2780-477D-9CBE-1B02EEE8711F}">
      <dsp:nvSpPr>
        <dsp:cNvPr id="0" name=""/>
        <dsp:cNvSpPr/>
      </dsp:nvSpPr>
      <dsp:spPr>
        <a:xfrm>
          <a:off x="2204" y="363611"/>
          <a:ext cx="1193312" cy="71598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 dirty="0"/>
            <a:t>Business </a:t>
          </a:r>
          <a:r>
            <a:rPr lang="pt-BR" sz="1400" kern="1200" dirty="0" err="1"/>
            <a:t>Understanding</a:t>
          </a:r>
          <a:endParaRPr lang="pt-BR" sz="1400" kern="1200" dirty="0"/>
        </a:p>
      </dsp:txBody>
      <dsp:txXfrm>
        <a:off x="2204" y="363611"/>
        <a:ext cx="1193312" cy="715987"/>
      </dsp:txXfrm>
    </dsp:sp>
    <dsp:sp modelId="{20444558-087C-4785-B3DA-F10558290887}">
      <dsp:nvSpPr>
        <dsp:cNvPr id="0" name=""/>
        <dsp:cNvSpPr/>
      </dsp:nvSpPr>
      <dsp:spPr>
        <a:xfrm>
          <a:off x="1314848" y="363611"/>
          <a:ext cx="1193312" cy="71598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 dirty="0"/>
            <a:t>Data </a:t>
          </a:r>
          <a:r>
            <a:rPr lang="pt-BR" sz="1400" kern="1200" dirty="0" err="1"/>
            <a:t>Understanding</a:t>
          </a:r>
          <a:endParaRPr lang="pt-BR" sz="1400" kern="1200" dirty="0"/>
        </a:p>
      </dsp:txBody>
      <dsp:txXfrm>
        <a:off x="1314848" y="363611"/>
        <a:ext cx="1193312" cy="715987"/>
      </dsp:txXfrm>
    </dsp:sp>
    <dsp:sp modelId="{39EC8217-2623-464D-BDDC-1F524284F67F}">
      <dsp:nvSpPr>
        <dsp:cNvPr id="0" name=""/>
        <dsp:cNvSpPr/>
      </dsp:nvSpPr>
      <dsp:spPr>
        <a:xfrm>
          <a:off x="2627492" y="363611"/>
          <a:ext cx="1193312" cy="71598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 dirty="0"/>
            <a:t>Data </a:t>
          </a:r>
          <a:r>
            <a:rPr lang="pt-BR" sz="1400" kern="1200" dirty="0" err="1"/>
            <a:t>Preparation</a:t>
          </a:r>
          <a:endParaRPr lang="pt-BR" sz="1400" kern="1200" dirty="0"/>
        </a:p>
      </dsp:txBody>
      <dsp:txXfrm>
        <a:off x="2627492" y="363611"/>
        <a:ext cx="1193312" cy="715987"/>
      </dsp:txXfrm>
    </dsp:sp>
    <dsp:sp modelId="{E747BCF2-696D-4997-844B-F5ACF9494BF9}">
      <dsp:nvSpPr>
        <dsp:cNvPr id="0" name=""/>
        <dsp:cNvSpPr/>
      </dsp:nvSpPr>
      <dsp:spPr>
        <a:xfrm>
          <a:off x="3940136" y="363611"/>
          <a:ext cx="1193312" cy="71598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/>
            <a:t>Modeling</a:t>
          </a:r>
          <a:endParaRPr lang="pt-BR" sz="1400" kern="1200" dirty="0"/>
        </a:p>
      </dsp:txBody>
      <dsp:txXfrm>
        <a:off x="3940136" y="363611"/>
        <a:ext cx="1193312" cy="715987"/>
      </dsp:txXfrm>
    </dsp:sp>
    <dsp:sp modelId="{FACD9D2A-A350-4306-B3CB-FDB03AE25B24}">
      <dsp:nvSpPr>
        <dsp:cNvPr id="0" name=""/>
        <dsp:cNvSpPr/>
      </dsp:nvSpPr>
      <dsp:spPr>
        <a:xfrm>
          <a:off x="5252780" y="363611"/>
          <a:ext cx="1193312" cy="715987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400" kern="1200"/>
            <a:t>Evaluation</a:t>
          </a:r>
          <a:endParaRPr lang="pt-BR" sz="1400" kern="1200" dirty="0"/>
        </a:p>
      </dsp:txBody>
      <dsp:txXfrm>
        <a:off x="5252780" y="363611"/>
        <a:ext cx="1193312" cy="7159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058C0-CD33-41EE-A862-CA0EDDE9DBC3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A43CF-28A5-4086-A4EC-21C3E02702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2698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2A43CF-28A5-4086-A4EC-21C3E027023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4063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rgbClr val="262626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1110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7428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11338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3379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4677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195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7981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7004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94403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58447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2778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6A6C035A-2545-4EA5-BE38-B44C814C20C4}" type="datetimeFigureOut">
              <a:rPr lang="pt-BR" smtClean="0"/>
              <a:t>07/12/2025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1B8CE2A0-DC41-4562-95F2-0189E68356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7579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472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5.xml"/><Relationship Id="rId3" Type="http://schemas.openxmlformats.org/officeDocument/2006/relationships/image" Target="../media/image24.png"/><Relationship Id="rId7" Type="http://schemas.openxmlformats.org/officeDocument/2006/relationships/diagramLayout" Target="../diagrams/layout5.xml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diagramData" Target="../diagrams/data5.xml"/><Relationship Id="rId5" Type="http://schemas.openxmlformats.org/officeDocument/2006/relationships/image" Target="../media/image26.jpeg"/><Relationship Id="rId10" Type="http://schemas.microsoft.com/office/2007/relationships/diagramDrawing" Target="../diagrams/drawing5.xml"/><Relationship Id="rId4" Type="http://schemas.openxmlformats.org/officeDocument/2006/relationships/image" Target="../media/image25.png"/><Relationship Id="rId9" Type="http://schemas.openxmlformats.org/officeDocument/2006/relationships/diagramColors" Target="../diagrams/colors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github.com/lucasrigobello/predictivemaintenance" TargetMode="Externa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hub.docker.com/repository/docker/lucasrigobello/predictivemaintenance/genera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BDF408-1229-EC80-0044-3DABF6D7C2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z="2800" dirty="0"/>
              <a:t>Case</a:t>
            </a:r>
            <a:br>
              <a:rPr lang="pt-BR" b="1" dirty="0"/>
            </a:br>
            <a:r>
              <a:rPr lang="pt-BR" b="1" dirty="0" err="1"/>
              <a:t>Predictive</a:t>
            </a:r>
            <a:r>
              <a:rPr lang="pt-BR" b="1" dirty="0"/>
              <a:t> </a:t>
            </a:r>
            <a:r>
              <a:rPr lang="pt-BR" b="1" dirty="0" err="1"/>
              <a:t>Maintanance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0D58BA8-ABC2-1A73-F0ED-83AF966D52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7499335" cy="1645920"/>
          </a:xfrm>
        </p:spPr>
        <p:txBody>
          <a:bodyPr/>
          <a:lstStyle/>
          <a:p>
            <a:r>
              <a:rPr lang="pt-BR" dirty="0"/>
              <a:t>Apresentação de Análise de resultado de modelos preditivos</a:t>
            </a:r>
          </a:p>
        </p:txBody>
      </p:sp>
    </p:spTree>
    <p:extLst>
      <p:ext uri="{BB962C8B-B14F-4D97-AF65-F5344CB8AC3E}">
        <p14:creationId xmlns:p14="http://schemas.microsoft.com/office/powerpoint/2010/main" val="3276687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B9AE96-AD58-0985-3524-5FC8FD4FE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0"/>
            <a:ext cx="10772775" cy="1658198"/>
          </a:xfrm>
        </p:spPr>
        <p:txBody>
          <a:bodyPr/>
          <a:lstStyle/>
          <a:p>
            <a:r>
              <a:rPr lang="pt-BR" dirty="0"/>
              <a:t>Introdução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id="{13AC961C-8A4E-A459-D439-A1B94FB077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9445152"/>
              </p:ext>
            </p:extLst>
          </p:nvPr>
        </p:nvGraphicFramePr>
        <p:xfrm>
          <a:off x="78556" y="622168"/>
          <a:ext cx="6548487" cy="579665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7" name="Diagrama 6">
            <a:extLst>
              <a:ext uri="{FF2B5EF4-FFF2-40B4-BE49-F238E27FC236}">
                <a16:creationId xmlns:a16="http://schemas.microsoft.com/office/drawing/2014/main" id="{DE972123-E919-2D66-78FA-30862E64092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02526080"/>
              </p:ext>
            </p:extLst>
          </p:nvPr>
        </p:nvGraphicFramePr>
        <p:xfrm>
          <a:off x="6804041" y="735291"/>
          <a:ext cx="5309402" cy="55554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463072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41292-8D1A-5244-56F5-02D33DC90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9E0819-8AB3-77A2-22F9-D14798AE8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Variáveis (Features)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F82848DB-19C3-3401-F404-DFD2BFD7B0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45422903"/>
              </p:ext>
            </p:extLst>
          </p:nvPr>
        </p:nvGraphicFramePr>
        <p:xfrm>
          <a:off x="886119" y="1630837"/>
          <a:ext cx="11158193" cy="36606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558E19CB-4124-5682-3465-DC8BD25B94CD}"/>
              </a:ext>
            </a:extLst>
          </p:cNvPr>
          <p:cNvSpPr txBox="1"/>
          <p:nvPr/>
        </p:nvSpPr>
        <p:spPr>
          <a:xfrm>
            <a:off x="1572" y="3355301"/>
            <a:ext cx="9882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Features</a:t>
            </a:r>
          </a:p>
          <a:p>
            <a:r>
              <a:rPr lang="pt-BR" dirty="0"/>
              <a:t>Criadas</a:t>
            </a:r>
          </a:p>
        </p:txBody>
      </p:sp>
    </p:spTree>
    <p:extLst>
      <p:ext uri="{BB962C8B-B14F-4D97-AF65-F5344CB8AC3E}">
        <p14:creationId xmlns:p14="http://schemas.microsoft.com/office/powerpoint/2010/main" val="28122974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41309-913A-0053-C376-8FA6502F2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E85271-88BD-8EDB-5588-4DD4730292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772775" cy="1174872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01A7E05-D9EA-1B17-1B28-A9009A287D9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677667"/>
            <a:ext cx="5860800" cy="2160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E16B4CB1-24FE-B84E-BF23-F43F94E4C0A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1200" y="677667"/>
            <a:ext cx="5860800" cy="2160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A70AD94E-4705-8841-2433-49A3C0AA6588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35538"/>
            <a:ext cx="5860801" cy="216000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90DE324-E51C-168D-CA81-F35867E7C750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1200" y="2735538"/>
            <a:ext cx="5860800" cy="21600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F09CBD3-DCF7-724E-AC41-2080AD727E70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698000"/>
            <a:ext cx="5860801" cy="2160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DC530FC7-8A10-1E3F-9154-7A8F14023978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1201" y="4698000"/>
            <a:ext cx="58608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638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B7B7E-D635-A2FC-962A-91CD3ECA2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D5BD41-6F43-4ADB-25A5-F200C8719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6919274" cy="1658198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1F67AFDF-728D-5B52-C041-E25EA5D7B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080" y="1514172"/>
            <a:ext cx="4800000" cy="360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60B2B163-15ED-D654-0177-00683F606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514172"/>
            <a:ext cx="48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377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DD1D-6828-39EE-EB10-34FBF7204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A02EBD-5BED-B35A-7FA5-111211D86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022969" cy="1658198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38F72AF5-1D3B-9CFE-0F73-EAD79BB091A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92000" y="91505"/>
            <a:ext cx="4800000" cy="360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0F6ECCE1-F87A-BC6C-DF26-95EE000B596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5" y="1241183"/>
            <a:ext cx="4800000" cy="3600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DF344DEF-68B7-50BF-15A1-261264D898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450" y="3258000"/>
            <a:ext cx="48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528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F3B45-1110-9A3D-30DD-46FCB500E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D79C63-E05C-4FF6-32A2-7710C8035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6843860" cy="1658198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EBC1ACA-F649-E088-618B-51514B9BD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216" y="1629000"/>
            <a:ext cx="4800000" cy="3600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EC6FF789-E8A6-4E5F-87F6-3AA4A30EA6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29000"/>
            <a:ext cx="48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01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01823-3956-7FEC-FE27-16B2400B6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3CA35A-F6D9-47F5-254A-7E1B01210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768445" cy="1658198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B6B20CE-4D87-FF1A-FC76-562FB3561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29000"/>
            <a:ext cx="4800000" cy="360000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B45A04A5-C5E4-90BD-DC2F-574A89A4E3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911" y="1629000"/>
            <a:ext cx="48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390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5CA5A-99FE-C5AB-33A8-159092DC6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1E4F2-3CB5-1650-4E5A-CFFFF51A8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891860" cy="923827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5FB8451-A78B-6B74-C74C-BE331116D22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0" y="3258000"/>
            <a:ext cx="7200000" cy="3600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6FF162-6DBB-9296-FDA9-94B28766306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25599" y="392252"/>
            <a:ext cx="7200000" cy="3600000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321FE6B8-DEA5-E09B-0A6E-B16F9F715A0B}"/>
              </a:ext>
            </a:extLst>
          </p:cNvPr>
          <p:cNvSpPr txBox="1">
            <a:spLocks/>
          </p:cNvSpPr>
          <p:nvPr/>
        </p:nvSpPr>
        <p:spPr>
          <a:xfrm>
            <a:off x="5960266" y="740004"/>
            <a:ext cx="2957491" cy="9238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solidFill>
                  <a:srgbClr val="002060"/>
                </a:solidFill>
              </a:rPr>
              <a:t>Todas as Features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166AAF08-2240-BCF2-8C77-85ED224B6D9D}"/>
              </a:ext>
            </a:extLst>
          </p:cNvPr>
          <p:cNvSpPr txBox="1">
            <a:spLocks/>
          </p:cNvSpPr>
          <p:nvPr/>
        </p:nvSpPr>
        <p:spPr>
          <a:xfrm>
            <a:off x="2828041" y="4665748"/>
            <a:ext cx="3267959" cy="9238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solidFill>
                  <a:srgbClr val="002060"/>
                </a:solidFill>
              </a:rPr>
              <a:t>Features Selecionadas com </a:t>
            </a:r>
            <a:r>
              <a:rPr lang="pt-BR" sz="3300" b="1" dirty="0" err="1">
                <a:solidFill>
                  <a:srgbClr val="002060"/>
                </a:solidFill>
              </a:rPr>
              <a:t>Variance</a:t>
            </a:r>
            <a:r>
              <a:rPr lang="pt-BR" sz="3300" b="1" dirty="0">
                <a:solidFill>
                  <a:srgbClr val="002060"/>
                </a:solidFill>
              </a:rPr>
              <a:t> </a:t>
            </a:r>
            <a:r>
              <a:rPr lang="pt-BR" sz="3300" b="1" dirty="0" err="1">
                <a:solidFill>
                  <a:srgbClr val="002060"/>
                </a:solidFill>
              </a:rPr>
              <a:t>Threshold</a:t>
            </a:r>
            <a:endParaRPr lang="pt-BR" sz="3300" b="1" dirty="0">
              <a:solidFill>
                <a:srgbClr val="002060"/>
              </a:solidFill>
            </a:endParaRPr>
          </a:p>
          <a:p>
            <a:endParaRPr lang="pt-BR" sz="32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5876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7E659-861F-FDC0-57B7-1FF1BA41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83D014-11FB-7CE3-7007-C0F4776F0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772775" cy="848412"/>
          </a:xfrm>
        </p:spPr>
        <p:txBody>
          <a:bodyPr/>
          <a:lstStyle/>
          <a:p>
            <a:r>
              <a:rPr lang="pt-BR" b="1" dirty="0"/>
              <a:t>EDA (Análise Exploratória de Dados)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FB8F8FF-AC90-6253-146D-177B91B3A19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0" y="0"/>
            <a:ext cx="8001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6401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EED92-734A-D335-CE01-B2C857D86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8C3B8D-49E2-1890-BA7E-55A1880071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b="1" dirty="0"/>
              <a:t>Modelo de Classificação</a:t>
            </a:r>
            <a:br>
              <a:rPr lang="pt-BR" b="1" dirty="0"/>
            </a:br>
            <a:r>
              <a:rPr lang="pt-BR" b="1" dirty="0"/>
              <a:t>Close </a:t>
            </a:r>
            <a:r>
              <a:rPr lang="pt-BR" b="1" dirty="0" err="1"/>
              <a:t>to</a:t>
            </a:r>
            <a:r>
              <a:rPr lang="pt-BR" b="1" dirty="0"/>
              <a:t> </a:t>
            </a:r>
            <a:r>
              <a:rPr lang="pt-BR" b="1" dirty="0" err="1"/>
              <a:t>Failure</a:t>
            </a: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8088797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01C2B-17D3-8087-E4FD-D8B977B11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E0B404-FBC6-577C-36D1-781E1D13E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772775" cy="1658198"/>
          </a:xfrm>
        </p:spPr>
        <p:txBody>
          <a:bodyPr>
            <a:normAutofit/>
          </a:bodyPr>
          <a:lstStyle/>
          <a:p>
            <a:r>
              <a:rPr lang="pt-BR" b="1" dirty="0"/>
              <a:t>Close </a:t>
            </a:r>
            <a:r>
              <a:rPr lang="pt-BR" b="1" dirty="0" err="1"/>
              <a:t>to</a:t>
            </a:r>
            <a:r>
              <a:rPr lang="pt-BR" b="1" dirty="0"/>
              <a:t> </a:t>
            </a:r>
            <a:r>
              <a:rPr lang="pt-BR" b="1" dirty="0" err="1"/>
              <a:t>Failure</a:t>
            </a:r>
            <a:r>
              <a:rPr lang="pt-BR" b="1" dirty="0"/>
              <a:t> (Classificação)</a:t>
            </a:r>
            <a:br>
              <a:rPr lang="pt-BR" b="1" dirty="0"/>
            </a:br>
            <a:r>
              <a:rPr lang="pt-BR" sz="2700" b="1" dirty="0"/>
              <a:t>Informação se o ativo irá falhar após mais de 20 ciclos</a:t>
            </a:r>
            <a:endParaRPr lang="pt-BR" dirty="0"/>
          </a:p>
        </p:txBody>
      </p:sp>
      <p:sp>
        <p:nvSpPr>
          <p:cNvPr id="11" name="Título 1">
            <a:extLst>
              <a:ext uri="{FF2B5EF4-FFF2-40B4-BE49-F238E27FC236}">
                <a16:creationId xmlns:a16="http://schemas.microsoft.com/office/drawing/2014/main" id="{58A960B5-E26D-92BF-721B-165476D95E20}"/>
              </a:ext>
            </a:extLst>
          </p:cNvPr>
          <p:cNvSpPr txBox="1">
            <a:spLocks/>
          </p:cNvSpPr>
          <p:nvPr/>
        </p:nvSpPr>
        <p:spPr>
          <a:xfrm>
            <a:off x="172809" y="1548010"/>
            <a:ext cx="3418804" cy="1594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solidFill>
                  <a:srgbClr val="002060"/>
                </a:solidFill>
              </a:rPr>
              <a:t>Modelo escolhido: </a:t>
            </a:r>
          </a:p>
          <a:p>
            <a:r>
              <a:rPr lang="pt-BR" b="1" dirty="0" err="1">
                <a:solidFill>
                  <a:srgbClr val="002060"/>
                </a:solidFill>
              </a:rPr>
              <a:t>Gradient</a:t>
            </a:r>
            <a:endParaRPr lang="pt-BR" b="1" dirty="0">
              <a:solidFill>
                <a:srgbClr val="002060"/>
              </a:solidFill>
            </a:endParaRPr>
          </a:p>
          <a:p>
            <a:r>
              <a:rPr lang="pt-BR" b="1" dirty="0" err="1">
                <a:solidFill>
                  <a:srgbClr val="002060"/>
                </a:solidFill>
              </a:rPr>
              <a:t>Boosting</a:t>
            </a:r>
            <a:endParaRPr lang="pt-BR" sz="3300" b="1" dirty="0">
              <a:solidFill>
                <a:srgbClr val="002060"/>
              </a:solidFill>
            </a:endParaRPr>
          </a:p>
        </p:txBody>
      </p:sp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6CD88EE2-4EE7-580E-5CAF-62A6D99953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8444810"/>
              </p:ext>
            </p:extLst>
          </p:nvPr>
        </p:nvGraphicFramePr>
        <p:xfrm>
          <a:off x="3891192" y="1453664"/>
          <a:ext cx="81280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3119369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46464322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57565535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57523420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323359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Label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Precisão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F1-score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err="1"/>
                        <a:t>Support</a:t>
                      </a:r>
                      <a:endParaRPr lang="pt-B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2314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6068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4377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True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1361821"/>
                  </a:ext>
                </a:extLst>
              </a:tr>
            </a:tbl>
          </a:graphicData>
        </a:graphic>
      </p:graphicFrame>
      <p:sp>
        <p:nvSpPr>
          <p:cNvPr id="13" name="Título 1">
            <a:extLst>
              <a:ext uri="{FF2B5EF4-FFF2-40B4-BE49-F238E27FC236}">
                <a16:creationId xmlns:a16="http://schemas.microsoft.com/office/drawing/2014/main" id="{A717640C-D809-A32C-D4C3-6EFA3FD071E6}"/>
              </a:ext>
            </a:extLst>
          </p:cNvPr>
          <p:cNvSpPr txBox="1">
            <a:spLocks/>
          </p:cNvSpPr>
          <p:nvPr/>
        </p:nvSpPr>
        <p:spPr>
          <a:xfrm>
            <a:off x="3891192" y="2566184"/>
            <a:ext cx="2434734" cy="9238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 err="1">
                <a:solidFill>
                  <a:srgbClr val="002060"/>
                </a:solidFill>
              </a:rPr>
              <a:t>Accuracy</a:t>
            </a:r>
            <a:r>
              <a:rPr lang="pt-BR" sz="3200" b="1" dirty="0">
                <a:solidFill>
                  <a:srgbClr val="002060"/>
                </a:solidFill>
              </a:rPr>
              <a:t>: 0,98</a:t>
            </a:r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8BA3F642-56C8-0933-0047-FDEC9354C45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096000" y="2695575"/>
            <a:ext cx="5153025" cy="416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801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67301-30C4-CD0F-747E-E99000A92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69C5FF-5A1C-6BAF-2CFB-9ADFEE2DA6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b="1" dirty="0"/>
              <a:t>Modelo Preditivo</a:t>
            </a:r>
            <a:br>
              <a:rPr lang="pt-BR" b="1" dirty="0"/>
            </a:br>
            <a:r>
              <a:rPr lang="pt-BR" b="1" dirty="0" err="1"/>
              <a:t>Remaining</a:t>
            </a:r>
            <a:r>
              <a:rPr lang="pt-BR" b="1" dirty="0"/>
              <a:t> </a:t>
            </a:r>
            <a:r>
              <a:rPr lang="pt-BR" b="1" dirty="0" err="1"/>
              <a:t>Useful</a:t>
            </a:r>
            <a:r>
              <a:rPr lang="pt-BR" b="1" dirty="0"/>
              <a:t> Life</a:t>
            </a:r>
          </a:p>
        </p:txBody>
      </p:sp>
    </p:spTree>
    <p:extLst>
      <p:ext uri="{BB962C8B-B14F-4D97-AF65-F5344CB8AC3E}">
        <p14:creationId xmlns:p14="http://schemas.microsoft.com/office/powerpoint/2010/main" val="4249510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3A48EA-95AD-0319-D632-CB054922A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98788E-25FE-77A3-A779-6A017F482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772775" cy="1658198"/>
          </a:xfrm>
        </p:spPr>
        <p:txBody>
          <a:bodyPr>
            <a:normAutofit/>
          </a:bodyPr>
          <a:lstStyle/>
          <a:p>
            <a:r>
              <a:rPr lang="pt-BR" b="1" dirty="0"/>
              <a:t>RUL (Predição)</a:t>
            </a:r>
            <a:br>
              <a:rPr lang="pt-BR" b="1" dirty="0"/>
            </a:br>
            <a:r>
              <a:rPr lang="pt-BR" sz="2700" b="1" dirty="0"/>
              <a:t>Informação </a:t>
            </a:r>
            <a:r>
              <a:rPr lang="pt-BR" sz="2700" b="1" dirty="0" err="1"/>
              <a:t>Remaining</a:t>
            </a:r>
            <a:r>
              <a:rPr lang="pt-BR" sz="2700" b="1" dirty="0"/>
              <a:t> </a:t>
            </a:r>
            <a:r>
              <a:rPr lang="pt-BR" sz="2700" b="1" dirty="0" err="1"/>
              <a:t>Useful</a:t>
            </a:r>
            <a:r>
              <a:rPr lang="pt-BR" sz="2700" b="1" dirty="0"/>
              <a:t> Life – RUL (tempo restante até a falha)</a:t>
            </a:r>
            <a:endParaRPr lang="pt-BR" dirty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19304CA9-9F21-B9FD-46BC-4FE2F7E89A6C}"/>
              </a:ext>
            </a:extLst>
          </p:cNvPr>
          <p:cNvSpPr txBox="1">
            <a:spLocks/>
          </p:cNvSpPr>
          <p:nvPr/>
        </p:nvSpPr>
        <p:spPr>
          <a:xfrm>
            <a:off x="172808" y="1548010"/>
            <a:ext cx="3718383" cy="15942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solidFill>
                  <a:srgbClr val="002060"/>
                </a:solidFill>
              </a:rPr>
              <a:t>Modelo escolhido: </a:t>
            </a:r>
          </a:p>
          <a:p>
            <a:r>
              <a:rPr lang="pt-BR" b="1" dirty="0" err="1">
                <a:solidFill>
                  <a:srgbClr val="002060"/>
                </a:solidFill>
              </a:rPr>
              <a:t>RandomForest</a:t>
            </a:r>
            <a:endParaRPr lang="pt-BR" sz="3300" b="1" dirty="0">
              <a:solidFill>
                <a:srgbClr val="002060"/>
              </a:solidFill>
            </a:endParaRPr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E6A85353-7F9B-5876-5B74-CC36C7699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3071829"/>
              </p:ext>
            </p:extLst>
          </p:nvPr>
        </p:nvGraphicFramePr>
        <p:xfrm>
          <a:off x="3891192" y="1453664"/>
          <a:ext cx="8236429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0429">
                  <a:extLst>
                    <a:ext uri="{9D8B030D-6E8A-4147-A177-3AD203B41FA5}">
                      <a16:colId xmlns:a16="http://schemas.microsoft.com/office/drawing/2014/main" val="2311936967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1464643224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1575655355"/>
                    </a:ext>
                  </a:extLst>
                </a:gridCol>
                <a:gridCol w="1980000">
                  <a:extLst>
                    <a:ext uri="{9D8B030D-6E8A-4147-A177-3AD203B41FA5}">
                      <a16:colId xmlns:a16="http://schemas.microsoft.com/office/drawing/2014/main" val="1575234202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7323359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Label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 err="1"/>
                        <a:t>Mean</a:t>
                      </a:r>
                      <a:r>
                        <a:rPr lang="pt-BR" dirty="0"/>
                        <a:t> Absolute </a:t>
                      </a:r>
                      <a:r>
                        <a:rPr lang="pt-BR" dirty="0" err="1"/>
                        <a:t>Error</a:t>
                      </a:r>
                      <a:r>
                        <a:rPr lang="pt-BR" dirty="0"/>
                        <a:t> (MAE)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b="1" dirty="0" err="1"/>
                        <a:t>Mean</a:t>
                      </a:r>
                      <a:r>
                        <a:rPr lang="pt-BR" b="1" dirty="0"/>
                        <a:t> </a:t>
                      </a:r>
                      <a:r>
                        <a:rPr lang="pt-BR" b="1" dirty="0" err="1"/>
                        <a:t>Squared</a:t>
                      </a:r>
                      <a:r>
                        <a:rPr lang="pt-BR" b="1" dirty="0"/>
                        <a:t> </a:t>
                      </a:r>
                      <a:r>
                        <a:rPr lang="pt-BR" b="1" dirty="0" err="1"/>
                        <a:t>Error</a:t>
                      </a:r>
                      <a:r>
                        <a:rPr lang="pt-BR" b="1" dirty="0"/>
                        <a:t> (MSE)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Root Mean Squared Error (RMSE)</a:t>
                      </a:r>
                      <a:endParaRPr lang="pt-BR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R-</a:t>
                      </a:r>
                      <a:r>
                        <a:rPr lang="pt-BR" sz="1800" b="1" i="0" kern="12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squared</a:t>
                      </a:r>
                      <a:r>
                        <a:rPr lang="pt-BR" sz="1800" b="1" i="0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(R2) Score</a:t>
                      </a:r>
                      <a:endParaRPr lang="pt-BR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2314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err="1"/>
                        <a:t>Train</a:t>
                      </a:r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8,34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145,18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12,05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4377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20,71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909,57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30,16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0,80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1361821"/>
                  </a:ext>
                </a:extLst>
              </a:tr>
            </a:tbl>
          </a:graphicData>
        </a:graphic>
      </p:graphicFrame>
      <p:pic>
        <p:nvPicPr>
          <p:cNvPr id="10" name="Imagem 9">
            <a:extLst>
              <a:ext uri="{FF2B5EF4-FFF2-40B4-BE49-F238E27FC236}">
                <a16:creationId xmlns:a16="http://schemas.microsoft.com/office/drawing/2014/main" id="{13A929FA-76C7-36F8-B5FF-82A76C4E85C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3106304"/>
            <a:ext cx="4025152" cy="3168000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C479F089-1380-6ADD-4D5F-22A0F0D9B1B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962029" y="3236640"/>
            <a:ext cx="4187330" cy="3168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1328DD3B-63B5-0438-F26B-BC3DFF2791E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70669" y="3236640"/>
            <a:ext cx="4121331" cy="31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2427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D1A09-2953-A731-1767-D9E523A19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35D564-8B04-8E54-CF7E-BF2FF58E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730" y="286871"/>
            <a:ext cx="10772775" cy="848412"/>
          </a:xfrm>
        </p:spPr>
        <p:txBody>
          <a:bodyPr/>
          <a:lstStyle/>
          <a:p>
            <a:r>
              <a:rPr lang="pt-BR" b="1" dirty="0"/>
              <a:t>Oportunidades</a:t>
            </a:r>
            <a:endParaRPr lang="pt-BR" dirty="0"/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90B5E03A-D6B7-CD40-D6A0-F6E3F65828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07474557"/>
              </p:ext>
            </p:extLst>
          </p:nvPr>
        </p:nvGraphicFramePr>
        <p:xfrm>
          <a:off x="322729" y="1039907"/>
          <a:ext cx="10614211" cy="49485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10791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E555E-56AD-4EC2-9E5D-C4E522DA2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856DB2-B868-4B50-2E41-B95AFA7CA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825"/>
            <a:ext cx="11095505" cy="959713"/>
          </a:xfrm>
        </p:spPr>
        <p:txBody>
          <a:bodyPr>
            <a:normAutofit fontScale="90000"/>
          </a:bodyPr>
          <a:lstStyle/>
          <a:p>
            <a:r>
              <a:rPr lang="pt-BR" b="1" dirty="0"/>
              <a:t>Oportunidades</a:t>
            </a:r>
            <a:br>
              <a:rPr lang="pt-BR" b="1" dirty="0"/>
            </a:br>
            <a:r>
              <a:rPr lang="pt-BR" sz="3100" dirty="0"/>
              <a:t>Como utilizar os Modelos</a:t>
            </a:r>
            <a:endParaRPr lang="pt-BR" dirty="0"/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D215763-FACD-E453-F406-B6CAA6A2B8C4}"/>
              </a:ext>
            </a:extLst>
          </p:cNvPr>
          <p:cNvSpPr/>
          <p:nvPr/>
        </p:nvSpPr>
        <p:spPr>
          <a:xfrm>
            <a:off x="151283" y="1532964"/>
            <a:ext cx="6739431" cy="18235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07DD4E69-6BD5-5E70-B355-657C45A01A3A}"/>
              </a:ext>
            </a:extLst>
          </p:cNvPr>
          <p:cNvGrpSpPr/>
          <p:nvPr/>
        </p:nvGrpSpPr>
        <p:grpSpPr>
          <a:xfrm>
            <a:off x="8140520" y="3558988"/>
            <a:ext cx="3829468" cy="3200399"/>
            <a:chOff x="8201304" y="3137646"/>
            <a:chExt cx="3829468" cy="3200399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6E2AC30A-0C34-0190-FB1C-EB0F520F560B}"/>
                </a:ext>
              </a:extLst>
            </p:cNvPr>
            <p:cNvSpPr/>
            <p:nvPr/>
          </p:nvSpPr>
          <p:spPr>
            <a:xfrm>
              <a:off x="8201304" y="3137646"/>
              <a:ext cx="3667966" cy="320039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1026" name="Picture 2" descr="Aplicativo png Imagens – Download Grátis no Freepik">
              <a:extLst>
                <a:ext uri="{FF2B5EF4-FFF2-40B4-BE49-F238E27FC236}">
                  <a16:creationId xmlns:a16="http://schemas.microsoft.com/office/drawing/2014/main" id="{A0C17488-15E0-069E-0FD6-2BF3ED7691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276445" y="4583718"/>
              <a:ext cx="1754327" cy="1754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Aplicação de software - ícones de seo e web grátis">
              <a:extLst>
                <a:ext uri="{FF2B5EF4-FFF2-40B4-BE49-F238E27FC236}">
                  <a16:creationId xmlns:a16="http://schemas.microsoft.com/office/drawing/2014/main" id="{24982BAC-3917-985A-F2C0-1B19E40DB0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13761" y="4690445"/>
              <a:ext cx="1493958" cy="1493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00DDD855-255A-8D37-8371-C1B5AF899BBE}"/>
                </a:ext>
              </a:extLst>
            </p:cNvPr>
            <p:cNvSpPr txBox="1"/>
            <p:nvPr/>
          </p:nvSpPr>
          <p:spPr>
            <a:xfrm>
              <a:off x="8446154" y="3243742"/>
              <a:ext cx="3388658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Aplicações para o Usuário</a:t>
              </a:r>
            </a:p>
            <a:p>
              <a:pPr marL="285750" indent="-285750">
                <a:buFontTx/>
                <a:buChar char="-"/>
              </a:pPr>
              <a:r>
                <a:rPr lang="pt-BR" dirty="0">
                  <a:solidFill>
                    <a:schemeClr val="bg1"/>
                  </a:solidFill>
                </a:rPr>
                <a:t>Avaliação RUL</a:t>
              </a:r>
            </a:p>
            <a:p>
              <a:pPr marL="285750" indent="-285750">
                <a:buFontTx/>
                <a:buChar char="-"/>
              </a:pPr>
              <a:r>
                <a:rPr lang="pt-BR" dirty="0">
                  <a:solidFill>
                    <a:schemeClr val="bg1"/>
                  </a:solidFill>
                </a:rPr>
                <a:t>Predição de Falha</a:t>
              </a:r>
            </a:p>
            <a:p>
              <a:pPr marL="285750" indent="-285750">
                <a:buFontTx/>
                <a:buChar char="-"/>
              </a:pPr>
              <a:r>
                <a:rPr lang="pt-BR" dirty="0">
                  <a:solidFill>
                    <a:schemeClr val="bg1"/>
                  </a:solidFill>
                </a:rPr>
                <a:t>Simulação de Parâmetros operacionais</a:t>
              </a:r>
            </a:p>
          </p:txBody>
        </p:sp>
      </p:grpSp>
      <p:pic>
        <p:nvPicPr>
          <p:cNvPr id="1036" name="Picture 12" descr="How I Created a Data Science Project Following CRISP-DM Lifecycle | Towards Data  Science">
            <a:extLst>
              <a:ext uri="{FF2B5EF4-FFF2-40B4-BE49-F238E27FC236}">
                <a16:creationId xmlns:a16="http://schemas.microsoft.com/office/drawing/2014/main" id="{FC8F5D37-1268-B027-F6EF-CEBF9B0231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1442" y="72161"/>
            <a:ext cx="3039035" cy="30538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Agrupar 10">
            <a:extLst>
              <a:ext uri="{FF2B5EF4-FFF2-40B4-BE49-F238E27FC236}">
                <a16:creationId xmlns:a16="http://schemas.microsoft.com/office/drawing/2014/main" id="{72020E97-B33C-302A-240D-6A49AA804E09}"/>
              </a:ext>
            </a:extLst>
          </p:cNvPr>
          <p:cNvGrpSpPr/>
          <p:nvPr/>
        </p:nvGrpSpPr>
        <p:grpSpPr>
          <a:xfrm>
            <a:off x="71718" y="3866546"/>
            <a:ext cx="6818997" cy="2946629"/>
            <a:chOff x="71718" y="3866546"/>
            <a:chExt cx="6818997" cy="2946629"/>
          </a:xfrm>
        </p:grpSpPr>
        <p:sp>
          <p:nvSpPr>
            <p:cNvPr id="5" name="Retângulo: Cantos Arredondados 4">
              <a:extLst>
                <a:ext uri="{FF2B5EF4-FFF2-40B4-BE49-F238E27FC236}">
                  <a16:creationId xmlns:a16="http://schemas.microsoft.com/office/drawing/2014/main" id="{797AB782-3A07-7220-307E-78582A7B5EE3}"/>
                </a:ext>
              </a:extLst>
            </p:cNvPr>
            <p:cNvSpPr/>
            <p:nvPr/>
          </p:nvSpPr>
          <p:spPr>
            <a:xfrm>
              <a:off x="71718" y="3866546"/>
              <a:ext cx="4455458" cy="2771059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1034" name="Picture 10" descr="Extend MLflow Model Registry Features | Databricks Blog">
              <a:extLst>
                <a:ext uri="{FF2B5EF4-FFF2-40B4-BE49-F238E27FC236}">
                  <a16:creationId xmlns:a16="http://schemas.microsoft.com/office/drawing/2014/main" id="{DFBB1BE4-E953-8CF4-240B-62E3C76703E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7515"/>
            <a:stretch>
              <a:fillRect/>
            </a:stretch>
          </p:blipFill>
          <p:spPr bwMode="auto">
            <a:xfrm>
              <a:off x="383514" y="4042116"/>
              <a:ext cx="3825922" cy="2771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D0819E44-F3FD-F842-BB3B-4BA21DEF4EC8}"/>
                </a:ext>
              </a:extLst>
            </p:cNvPr>
            <p:cNvSpPr/>
            <p:nvPr/>
          </p:nvSpPr>
          <p:spPr>
            <a:xfrm>
              <a:off x="4521232" y="3866546"/>
              <a:ext cx="2369483" cy="2771059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39EA63E7-552A-A5F3-8ADC-04A02F9F8648}"/>
                </a:ext>
              </a:extLst>
            </p:cNvPr>
            <p:cNvSpPr txBox="1"/>
            <p:nvPr/>
          </p:nvSpPr>
          <p:spPr>
            <a:xfrm>
              <a:off x="4693248" y="4137848"/>
              <a:ext cx="2125746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>
                  <a:solidFill>
                    <a:schemeClr val="bg1"/>
                  </a:solidFill>
                </a:rPr>
                <a:t>Servir os Models</a:t>
              </a:r>
            </a:p>
            <a:p>
              <a:r>
                <a:rPr lang="pt-BR" b="1" dirty="0" err="1">
                  <a:solidFill>
                    <a:schemeClr val="bg1"/>
                  </a:solidFill>
                </a:rPr>
                <a:t>Deploy</a:t>
              </a:r>
              <a:endParaRPr lang="pt-BR" dirty="0">
                <a:solidFill>
                  <a:schemeClr val="bg1"/>
                </a:solidFill>
              </a:endParaRPr>
            </a:p>
            <a:p>
              <a:pPr marL="285750" indent="-285750">
                <a:buFontTx/>
                <a:buChar char="-"/>
              </a:pPr>
              <a:r>
                <a:rPr lang="pt-BR" dirty="0">
                  <a:solidFill>
                    <a:schemeClr val="bg1"/>
                  </a:solidFill>
                </a:rPr>
                <a:t>Criar serviço agendado e recorrente </a:t>
              </a:r>
            </a:p>
            <a:p>
              <a:pPr marL="285750" indent="-285750">
                <a:buFontTx/>
                <a:buChar char="-"/>
              </a:pPr>
              <a:r>
                <a:rPr lang="pt-BR" dirty="0">
                  <a:solidFill>
                    <a:schemeClr val="bg1"/>
                  </a:solidFill>
                </a:rPr>
                <a:t>Criar API para consumo por outras aplicações</a:t>
              </a:r>
            </a:p>
          </p:txBody>
        </p:sp>
      </p:grpSp>
      <p:sp>
        <p:nvSpPr>
          <p:cNvPr id="14" name="Título 1">
            <a:extLst>
              <a:ext uri="{FF2B5EF4-FFF2-40B4-BE49-F238E27FC236}">
                <a16:creationId xmlns:a16="http://schemas.microsoft.com/office/drawing/2014/main" id="{E0D6ADDA-F49E-057D-D7FC-6990B470B7FF}"/>
              </a:ext>
            </a:extLst>
          </p:cNvPr>
          <p:cNvSpPr txBox="1">
            <a:spLocks/>
          </p:cNvSpPr>
          <p:nvPr/>
        </p:nvSpPr>
        <p:spPr>
          <a:xfrm>
            <a:off x="288381" y="3349349"/>
            <a:ext cx="2905681" cy="11352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Engenheiro de Machine Learning</a:t>
            </a:r>
            <a:endParaRPr lang="pt-BR" sz="3200" dirty="0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9BDCE623-2261-EDC3-107D-48B319FFD066}"/>
              </a:ext>
            </a:extLst>
          </p:cNvPr>
          <p:cNvSpPr txBox="1">
            <a:spLocks/>
          </p:cNvSpPr>
          <p:nvPr/>
        </p:nvSpPr>
        <p:spPr>
          <a:xfrm>
            <a:off x="296849" y="1004538"/>
            <a:ext cx="2008094" cy="11352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Cientista de Dados</a:t>
            </a:r>
            <a:endParaRPr lang="pt-BR" sz="3200" dirty="0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graphicFrame>
        <p:nvGraphicFramePr>
          <p:cNvPr id="17" name="Diagrama 16">
            <a:extLst>
              <a:ext uri="{FF2B5EF4-FFF2-40B4-BE49-F238E27FC236}">
                <a16:creationId xmlns:a16="http://schemas.microsoft.com/office/drawing/2014/main" id="{40F68098-C75B-4FCC-CD06-67C9BE22A1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39967633"/>
              </p:ext>
            </p:extLst>
          </p:nvPr>
        </p:nvGraphicFramePr>
        <p:xfrm>
          <a:off x="296849" y="1747750"/>
          <a:ext cx="6448297" cy="14432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18" name="Título 1">
            <a:extLst>
              <a:ext uri="{FF2B5EF4-FFF2-40B4-BE49-F238E27FC236}">
                <a16:creationId xmlns:a16="http://schemas.microsoft.com/office/drawing/2014/main" id="{E250C737-036D-134E-472F-2DD0696F434A}"/>
              </a:ext>
            </a:extLst>
          </p:cNvPr>
          <p:cNvSpPr txBox="1">
            <a:spLocks/>
          </p:cNvSpPr>
          <p:nvPr/>
        </p:nvSpPr>
        <p:spPr>
          <a:xfrm>
            <a:off x="10152610" y="2788831"/>
            <a:ext cx="2905681" cy="11352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32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Usuário</a:t>
            </a:r>
            <a:endParaRPr lang="pt-BR" sz="3200" dirty="0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24" name="Forma 23">
            <a:extLst>
              <a:ext uri="{FF2B5EF4-FFF2-40B4-BE49-F238E27FC236}">
                <a16:creationId xmlns:a16="http://schemas.microsoft.com/office/drawing/2014/main" id="{D1B6F49F-C744-EAFF-40BC-26589BBB88CA}"/>
              </a:ext>
            </a:extLst>
          </p:cNvPr>
          <p:cNvSpPr/>
          <p:nvPr/>
        </p:nvSpPr>
        <p:spPr>
          <a:xfrm rot="10374985">
            <a:off x="3816134" y="3099930"/>
            <a:ext cx="1825780" cy="1074203"/>
          </a:xfrm>
          <a:prstGeom prst="swooshArrow">
            <a:avLst>
              <a:gd name="adj1" fmla="val 16310"/>
              <a:gd name="adj2" fmla="val 31370"/>
            </a:avLst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5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6" name="Forma 25">
            <a:extLst>
              <a:ext uri="{FF2B5EF4-FFF2-40B4-BE49-F238E27FC236}">
                <a16:creationId xmlns:a16="http://schemas.microsoft.com/office/drawing/2014/main" id="{6CE1AA48-559B-373E-2DE0-1052417743E7}"/>
              </a:ext>
            </a:extLst>
          </p:cNvPr>
          <p:cNvSpPr/>
          <p:nvPr/>
        </p:nvSpPr>
        <p:spPr>
          <a:xfrm>
            <a:off x="6490282" y="4217807"/>
            <a:ext cx="1825780" cy="1074203"/>
          </a:xfrm>
          <a:prstGeom prst="swooshArrow">
            <a:avLst>
              <a:gd name="adj1" fmla="val 16310"/>
              <a:gd name="adj2" fmla="val 31370"/>
            </a:avLst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shade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shade val="5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71289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D9D603-7B52-3D4F-017A-CEA433841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Muito obrigado!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34886AF-B223-1B73-EBE3-15C2F56F3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76656" y="5909734"/>
            <a:ext cx="9229344" cy="849285"/>
          </a:xfrm>
        </p:spPr>
        <p:txBody>
          <a:bodyPr>
            <a:normAutofit/>
          </a:bodyPr>
          <a:lstStyle/>
          <a:p>
            <a:r>
              <a:rPr lang="pt-BR" sz="1800" dirty="0"/>
              <a:t>Lucas da Silva Rigobello</a:t>
            </a:r>
          </a:p>
          <a:p>
            <a:r>
              <a:rPr lang="pt-BR" sz="1800" dirty="0"/>
              <a:t>lucasrigobello@gmail.com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84AEA15D-8D56-4582-459F-CD7D5B0204F3}"/>
              </a:ext>
            </a:extLst>
          </p:cNvPr>
          <p:cNvSpPr/>
          <p:nvPr/>
        </p:nvSpPr>
        <p:spPr>
          <a:xfrm>
            <a:off x="0" y="-1"/>
            <a:ext cx="12192000" cy="5418668"/>
          </a:xfrm>
          <a:prstGeom prst="rect">
            <a:avLst/>
          </a:prstGeom>
          <a:solidFill>
            <a:srgbClr val="F0F5D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85C05ED-D484-4656-4F0A-DEEEBA985527}"/>
              </a:ext>
            </a:extLst>
          </p:cNvPr>
          <p:cNvSpPr txBox="1"/>
          <p:nvPr/>
        </p:nvSpPr>
        <p:spPr>
          <a:xfrm>
            <a:off x="1250397" y="370391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2"/>
              </a:rPr>
              <a:t>https://github.com/lucasrigobello/predictivemaintenance</a:t>
            </a:r>
            <a:endParaRPr lang="pt-BR" dirty="0"/>
          </a:p>
        </p:txBody>
      </p:sp>
      <p:pic>
        <p:nvPicPr>
          <p:cNvPr id="1026" name="Picture 2" descr="GitHub Logos and Usage · GitHub">
            <a:extLst>
              <a:ext uri="{FF2B5EF4-FFF2-40B4-BE49-F238E27FC236}">
                <a16:creationId xmlns:a16="http://schemas.microsoft.com/office/drawing/2014/main" id="{FC82F1B8-595F-37C4-81F0-1FA424D17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656" y="3429000"/>
            <a:ext cx="644250" cy="64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2140CFED-7285-7B59-E161-B7516FDE598B}"/>
              </a:ext>
            </a:extLst>
          </p:cNvPr>
          <p:cNvSpPr txBox="1"/>
          <p:nvPr/>
        </p:nvSpPr>
        <p:spPr>
          <a:xfrm>
            <a:off x="998781" y="704137"/>
            <a:ext cx="475656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O Projeto desenvolvido para o Case pode ser encontrado no Github.</a:t>
            </a:r>
          </a:p>
          <a:p>
            <a:pPr marL="285750" indent="-285750">
              <a:buFontTx/>
              <a:buChar char="-"/>
            </a:pPr>
            <a:r>
              <a:rPr lang="pt-BR" dirty="0"/>
              <a:t>Foi construído uma estrutura para servir os modelos criados via </a:t>
            </a:r>
            <a:r>
              <a:rPr lang="pt-BR" dirty="0" err="1"/>
              <a:t>FastAPI</a:t>
            </a:r>
            <a:endParaRPr lang="pt-BR" dirty="0"/>
          </a:p>
          <a:p>
            <a:pPr marL="285750" indent="-285750">
              <a:buFontTx/>
              <a:buChar char="-"/>
            </a:pPr>
            <a:r>
              <a:rPr lang="pt-BR" dirty="0"/>
              <a:t>Contempla ativação de Github </a:t>
            </a:r>
            <a:r>
              <a:rPr lang="pt-BR" dirty="0" err="1"/>
              <a:t>Actions</a:t>
            </a:r>
            <a:r>
              <a:rPr lang="pt-BR" dirty="0"/>
              <a:t> para atualização da imagem no </a:t>
            </a:r>
            <a:r>
              <a:rPr lang="pt-BR" dirty="0" err="1"/>
              <a:t>DockerHub</a:t>
            </a:r>
            <a:r>
              <a:rPr lang="pt-BR" dirty="0"/>
              <a:t> (</a:t>
            </a:r>
            <a:r>
              <a:rPr lang="pt-BR" dirty="0">
                <a:hlinkClick r:id="rId4"/>
              </a:rPr>
              <a:t>https://hub.docker.com/</a:t>
            </a:r>
            <a:r>
              <a:rPr lang="pt-BR" dirty="0" err="1">
                <a:hlinkClick r:id="rId4"/>
              </a:rPr>
              <a:t>repository</a:t>
            </a:r>
            <a:r>
              <a:rPr lang="pt-BR" dirty="0">
                <a:hlinkClick r:id="rId4"/>
              </a:rPr>
              <a:t>/</a:t>
            </a:r>
            <a:r>
              <a:rPr lang="pt-BR" dirty="0" err="1">
                <a:hlinkClick r:id="rId4"/>
              </a:rPr>
              <a:t>docker</a:t>
            </a:r>
            <a:r>
              <a:rPr lang="pt-BR" dirty="0">
                <a:hlinkClick r:id="rId4"/>
              </a:rPr>
              <a:t>/lucasrigobello/</a:t>
            </a:r>
            <a:r>
              <a:rPr lang="pt-BR" dirty="0" err="1">
                <a:hlinkClick r:id="rId4"/>
              </a:rPr>
              <a:t>predictivemaintenance</a:t>
            </a:r>
            <a:r>
              <a:rPr lang="pt-BR" dirty="0">
                <a:hlinkClick r:id="rId4"/>
              </a:rPr>
              <a:t>/general</a:t>
            </a:r>
            <a:r>
              <a:rPr lang="pt-BR" dirty="0"/>
              <a:t>)</a:t>
            </a:r>
          </a:p>
          <a:p>
            <a:pPr marL="285750" indent="-285750">
              <a:buFontTx/>
              <a:buChar char="-"/>
            </a:pPr>
            <a:r>
              <a:rPr lang="pt-BR" dirty="0"/>
              <a:t>Imagem Docker e Estrutura para trabalhar com </a:t>
            </a:r>
            <a:r>
              <a:rPr lang="pt-BR" dirty="0" err="1"/>
              <a:t>Kubernets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56262515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o">
  <a:themeElements>
    <a:clrScheme name="Metropolitano">
      <a:dk1>
        <a:sysClr val="windowText" lastClr="000000"/>
      </a:dk1>
      <a:lt1>
        <a:sysClr val="window" lastClr="FFFFFF"/>
      </a:lt1>
      <a:dk2>
        <a:srgbClr val="471101"/>
      </a:dk2>
      <a:lt2>
        <a:srgbClr val="E7E8E2"/>
      </a:lt2>
      <a:accent1>
        <a:srgbClr val="A6B727"/>
      </a:accent1>
      <a:accent2>
        <a:srgbClr val="F04304"/>
      </a:accent2>
      <a:accent3>
        <a:srgbClr val="EF8606"/>
      </a:accent3>
      <a:accent4>
        <a:srgbClr val="F2C100"/>
      </a:accent4>
      <a:accent5>
        <a:srgbClr val="A65001"/>
      </a:accent5>
      <a:accent6>
        <a:srgbClr val="BA9585"/>
      </a:accent6>
      <a:hlink>
        <a:srgbClr val="00B0F0"/>
      </a:hlink>
      <a:folHlink>
        <a:srgbClr val="7F7F7F"/>
      </a:folHlink>
    </a:clrScheme>
    <a:fontScheme name="Metropolitan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o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3A8A2BB7-7C5E-4EB2-B1F1-CFFF0F57E773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TM03457491[[fn=Metropolitano]]</Template>
  <TotalTime>149</TotalTime>
  <Words>666</Words>
  <Application>Microsoft Office PowerPoint</Application>
  <PresentationFormat>Widescreen</PresentationFormat>
  <Paragraphs>126</Paragraphs>
  <Slides>17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Metropolitano</vt:lpstr>
      <vt:lpstr>Case Predictive Maintanance</vt:lpstr>
      <vt:lpstr>Introdução</vt:lpstr>
      <vt:lpstr>Variáveis (Features)</vt:lpstr>
      <vt:lpstr>EDA (Análise Exploratória de Dados)</vt:lpstr>
      <vt:lpstr>EDA (Análise Exploratória de Dados)</vt:lpstr>
      <vt:lpstr>EDA (Análise Exploratória de Dados)</vt:lpstr>
      <vt:lpstr>EDA (Análise Exploratória de Dados)</vt:lpstr>
      <vt:lpstr>EDA (Análise Exploratória de Dados)</vt:lpstr>
      <vt:lpstr>EDA (Análise Exploratória de Dados)</vt:lpstr>
      <vt:lpstr>EDA (Análise Exploratória de Dados)</vt:lpstr>
      <vt:lpstr>Modelo de Classificação Close to Failure</vt:lpstr>
      <vt:lpstr>Close to Failure (Classificação) Informação se o ativo irá falhar após mais de 20 ciclos</vt:lpstr>
      <vt:lpstr>Modelo Preditivo Remaining Useful Life</vt:lpstr>
      <vt:lpstr>RUL (Predição) Informação Remaining Useful Life – RUL (tempo restante até a falha)</vt:lpstr>
      <vt:lpstr>Oportunidades</vt:lpstr>
      <vt:lpstr>Oportunidades Como utilizar os Modelos</vt:lpstr>
      <vt:lpstr>Muito obrigado!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Rigobello</dc:creator>
  <cp:lastModifiedBy>Lucas Rigobello</cp:lastModifiedBy>
  <cp:revision>9</cp:revision>
  <dcterms:created xsi:type="dcterms:W3CDTF">2025-12-07T14:26:07Z</dcterms:created>
  <dcterms:modified xsi:type="dcterms:W3CDTF">2025-12-08T02:28:34Z</dcterms:modified>
</cp:coreProperties>
</file>